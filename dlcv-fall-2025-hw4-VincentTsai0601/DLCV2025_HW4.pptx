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_rels/presentation.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30.xml.rels" ContentType="application/vnd.openxmlformats-package.relationships+xml"/>
  <Override PartName="/ppt/slideLayouts/_rels/slideLayout14.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5.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34.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3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27.xml.rels" ContentType="application/vnd.openxmlformats-package.relationships+xml"/>
  <Override PartName="/ppt/slideLayouts/_rels/slideLayout5.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4.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7.png" ContentType="image/png"/>
  <Override PartName="/ppt/media/image8.png" ContentType="image/png"/>
  <Override PartName="/ppt/media/image9.png" ContentType="image/png"/>
  <Override PartName="/ppt/presProps.xml" ContentType="application/vnd.openxmlformats-officedocument.presentationml.presPro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_rels/slide19.xml.rels" ContentType="application/vnd.openxmlformats-package.relationships+xml"/>
  <Override PartName="/ppt/slides/_rels/slide1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17.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4.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_rels/slide24.xml.rels" ContentType="application/vnd.openxmlformats-package.relationships+xml"/>
  <Override PartName="/ppt/slides/_rels/slide21.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8.xml.rels" ContentType="application/vnd.openxmlformats-package.relationships+xml"/>
  <Override PartName="/ppt/slides/_rels/slide27.xml.rels" ContentType="application/vnd.openxmlformats-package.relationships+xml"/>
  <Override PartName="/ppt/slides/_rels/slide14.xml.rels" ContentType="application/vnd.openxmlformats-package.relationships+xml"/>
  <Override PartName="/ppt/slides/_rels/slide30.xml.rels" ContentType="application/vnd.openxmlformats-package.relationships+xml"/>
  <Override PartName="/ppt/slides/_rels/slide29.xml.rels" ContentType="application/vnd.openxmlformats-package.relationships+xml"/>
  <Override PartName="/ppt/slides/_rels/slide23.xml.rels" ContentType="application/vnd.openxmlformats-package.relationships+xml"/>
  <Override PartName="/ppt/slides/_rels/slide28.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22.xml.rels" ContentType="application/vnd.openxmlformats-package.relationships+xml"/>
  <Override PartName="/ppt/slides/_rels/slide37.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32.xml.rels" ContentType="application/vnd.openxmlformats-package.relationships+xml"/>
  <Override PartName="/ppt/slides/_rels/slide16.xml.rels" ContentType="application/vnd.openxmlformats-package.relationships+xml"/>
  <Override PartName="/ppt/slides/_rels/slide35.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7.xml.rels" ContentType="application/vnd.openxmlformats-package.relationships+xml"/>
  <Override PartName="/ppt/slides/_rels/slide34.xml.rels" ContentType="application/vnd.openxmlformats-package.relationships+xml"/>
  <Override PartName="/ppt/slides/_rels/slide6.xml.rels" ContentType="application/vnd.openxmlformats-package.relationships+xml"/>
  <Override PartName="/ppt/slides/_rels/slide33.xml.rels" ContentType="application/vnd.openxmlformats-package.relationships+xml"/>
  <Override PartName="/ppt/slides/_rels/slide5.xml.rels" ContentType="application/vnd.openxmlformats-package.relationships+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34.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13.xml" ContentType="application/vnd.openxmlformats-officedocument.presentationml.slide+xml"/>
  <Override PartName="/ppt/slides/slide37.xml" ContentType="application/vnd.openxmlformats-officedocument.presentationml.slide+xml"/>
  <Override PartName="/ppt/slides/slide1.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B789C109-CBB6-44F2-BFDC-A73DB68AD3EC}"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1"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2" name="PlaceHolder 2"/>
          <p:cNvSpPr>
            <a:spLocks noGrp="1"/>
          </p:cNvSpPr>
          <p:nvPr>
            <p:ph type="subTitle"/>
          </p:nvPr>
        </p:nvSpPr>
        <p:spPr>
          <a:xfrm>
            <a:off x="311760" y="1266480"/>
            <a:ext cx="8520120" cy="3302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sldNum" idx="1"/>
          </p:nvPr>
        </p:nvSpPr>
        <p:spPr/>
        <p:txBody>
          <a:bodyPr/>
          <a:p>
            <a:fld id="{35A1B191-B6A2-442C-A48B-EC0CEDF4FD75}"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4" name="PlaceHolder 2"/>
          <p:cNvSpPr>
            <a:spLocks noGrp="1"/>
          </p:cNvSpPr>
          <p:nvPr>
            <p:ph/>
          </p:nvPr>
        </p:nvSpPr>
        <p:spPr>
          <a:xfrm>
            <a:off x="311760" y="1266480"/>
            <a:ext cx="8520120" cy="3302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 name="PlaceHolder 3"/>
          <p:cNvSpPr>
            <a:spLocks noGrp="1"/>
          </p:cNvSpPr>
          <p:nvPr>
            <p:ph type="sldNum" idx="1"/>
          </p:nvPr>
        </p:nvSpPr>
        <p:spPr/>
        <p:txBody>
          <a:bodyPr/>
          <a:p>
            <a:fld id="{18602BA6-200A-4BB4-A613-D5414C637F66}"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6" name="PlaceHolder 2"/>
          <p:cNvSpPr>
            <a:spLocks noGrp="1"/>
          </p:cNvSpPr>
          <p:nvPr>
            <p:ph/>
          </p:nvPr>
        </p:nvSpPr>
        <p:spPr>
          <a:xfrm>
            <a:off x="311760" y="1266480"/>
            <a:ext cx="4157640" cy="3302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7" name="PlaceHolder 3"/>
          <p:cNvSpPr>
            <a:spLocks noGrp="1"/>
          </p:cNvSpPr>
          <p:nvPr>
            <p:ph/>
          </p:nvPr>
        </p:nvSpPr>
        <p:spPr>
          <a:xfrm>
            <a:off x="4677840" y="1266480"/>
            <a:ext cx="4157640" cy="3302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104816D1-6179-4D43-83D8-89FCA2ACC2C9}"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 name="PlaceHolder 2"/>
          <p:cNvSpPr>
            <a:spLocks noGrp="1"/>
          </p:cNvSpPr>
          <p:nvPr>
            <p:ph type="sldNum" idx="1"/>
          </p:nvPr>
        </p:nvSpPr>
        <p:spPr/>
        <p:txBody>
          <a:bodyPr/>
          <a:p>
            <a:fld id="{81FCC0CA-CC18-47EB-8BEA-C57779559E6A}"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9" name="PlaceHolder 1"/>
          <p:cNvSpPr>
            <a:spLocks noGrp="1"/>
          </p:cNvSpPr>
          <p:nvPr>
            <p:ph type="subTitle"/>
          </p:nvPr>
        </p:nvSpPr>
        <p:spPr>
          <a:xfrm>
            <a:off x="311760" y="444960"/>
            <a:ext cx="8520120" cy="32788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sldNum" idx="1"/>
          </p:nvPr>
        </p:nvSpPr>
        <p:spPr/>
        <p:txBody>
          <a:bodyPr/>
          <a:p>
            <a:fld id="{C7B4A24D-9509-4A1A-A7D0-8D93CE9C9AFF}"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1" name="PlaceHolder 2"/>
          <p:cNvSpPr>
            <a:spLocks noGrp="1"/>
          </p:cNvSpPr>
          <p:nvPr>
            <p:ph/>
          </p:nvPr>
        </p:nvSpPr>
        <p:spPr>
          <a:xfrm>
            <a:off x="311760" y="126648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2" name="PlaceHolder 3"/>
          <p:cNvSpPr>
            <a:spLocks noGrp="1"/>
          </p:cNvSpPr>
          <p:nvPr>
            <p:ph/>
          </p:nvPr>
        </p:nvSpPr>
        <p:spPr>
          <a:xfrm>
            <a:off x="4677840" y="1266480"/>
            <a:ext cx="4157640" cy="3302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3" name="PlaceHolder 4"/>
          <p:cNvSpPr>
            <a:spLocks noGrp="1"/>
          </p:cNvSpPr>
          <p:nvPr>
            <p:ph/>
          </p:nvPr>
        </p:nvSpPr>
        <p:spPr>
          <a:xfrm>
            <a:off x="311760" y="299160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ABCC0F0F-0475-4DA0-8670-F35F165346D7}"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5" name="PlaceHolder 2"/>
          <p:cNvSpPr>
            <a:spLocks noGrp="1"/>
          </p:cNvSpPr>
          <p:nvPr>
            <p:ph/>
          </p:nvPr>
        </p:nvSpPr>
        <p:spPr>
          <a:xfrm>
            <a:off x="311760" y="1266480"/>
            <a:ext cx="4157640" cy="3302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6" name="PlaceHolder 3"/>
          <p:cNvSpPr>
            <a:spLocks noGrp="1"/>
          </p:cNvSpPr>
          <p:nvPr>
            <p:ph/>
          </p:nvPr>
        </p:nvSpPr>
        <p:spPr>
          <a:xfrm>
            <a:off x="4677840" y="126648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7" name="PlaceHolder 4"/>
          <p:cNvSpPr>
            <a:spLocks noGrp="1"/>
          </p:cNvSpPr>
          <p:nvPr>
            <p:ph/>
          </p:nvPr>
        </p:nvSpPr>
        <p:spPr>
          <a:xfrm>
            <a:off x="4677840" y="299160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7337C418-DD29-4A4C-83C7-0FBCBD2513C7}"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9" name="PlaceHolder 2"/>
          <p:cNvSpPr>
            <a:spLocks noGrp="1"/>
          </p:cNvSpPr>
          <p:nvPr>
            <p:ph/>
          </p:nvPr>
        </p:nvSpPr>
        <p:spPr>
          <a:xfrm>
            <a:off x="311760" y="126648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0" name="PlaceHolder 3"/>
          <p:cNvSpPr>
            <a:spLocks noGrp="1"/>
          </p:cNvSpPr>
          <p:nvPr>
            <p:ph/>
          </p:nvPr>
        </p:nvSpPr>
        <p:spPr>
          <a:xfrm>
            <a:off x="4677840" y="126648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1" name="PlaceHolder 4"/>
          <p:cNvSpPr>
            <a:spLocks noGrp="1"/>
          </p:cNvSpPr>
          <p:nvPr>
            <p:ph/>
          </p:nvPr>
        </p:nvSpPr>
        <p:spPr>
          <a:xfrm>
            <a:off x="311760" y="2991600"/>
            <a:ext cx="852012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21B4ABCF-86CE-4526-BD0E-E2E93535FAE4}"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3" name="PlaceHolder 2"/>
          <p:cNvSpPr>
            <a:spLocks noGrp="1"/>
          </p:cNvSpPr>
          <p:nvPr>
            <p:ph/>
          </p:nvPr>
        </p:nvSpPr>
        <p:spPr>
          <a:xfrm>
            <a:off x="311760" y="1266480"/>
            <a:ext cx="852012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4" name="PlaceHolder 3"/>
          <p:cNvSpPr>
            <a:spLocks noGrp="1"/>
          </p:cNvSpPr>
          <p:nvPr>
            <p:ph/>
          </p:nvPr>
        </p:nvSpPr>
        <p:spPr>
          <a:xfrm>
            <a:off x="311760" y="2991600"/>
            <a:ext cx="852012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EEFDE237-8A87-49CF-BF17-5F3FB1C00DA7}"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6" name="PlaceHolder 2"/>
          <p:cNvSpPr>
            <a:spLocks noGrp="1"/>
          </p:cNvSpPr>
          <p:nvPr>
            <p:ph/>
          </p:nvPr>
        </p:nvSpPr>
        <p:spPr>
          <a:xfrm>
            <a:off x="311760" y="126648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7" name="PlaceHolder 3"/>
          <p:cNvSpPr>
            <a:spLocks noGrp="1"/>
          </p:cNvSpPr>
          <p:nvPr>
            <p:ph/>
          </p:nvPr>
        </p:nvSpPr>
        <p:spPr>
          <a:xfrm>
            <a:off x="4677840" y="126648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8" name="PlaceHolder 4"/>
          <p:cNvSpPr>
            <a:spLocks noGrp="1"/>
          </p:cNvSpPr>
          <p:nvPr>
            <p:ph/>
          </p:nvPr>
        </p:nvSpPr>
        <p:spPr>
          <a:xfrm>
            <a:off x="311760" y="299160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9" name="PlaceHolder 5"/>
          <p:cNvSpPr>
            <a:spLocks noGrp="1"/>
          </p:cNvSpPr>
          <p:nvPr>
            <p:ph/>
          </p:nvPr>
        </p:nvSpPr>
        <p:spPr>
          <a:xfrm>
            <a:off x="4677840" y="299160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 name="PlaceHolder 6"/>
          <p:cNvSpPr>
            <a:spLocks noGrp="1"/>
          </p:cNvSpPr>
          <p:nvPr>
            <p:ph type="sldNum" idx="1"/>
          </p:nvPr>
        </p:nvSpPr>
        <p:spPr/>
        <p:txBody>
          <a:bodyPr/>
          <a:p>
            <a:fld id="{B262402C-3178-44D2-B9C1-8BD8B5F2FD48}"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1" name="PlaceHolder 2"/>
          <p:cNvSpPr>
            <a:spLocks noGrp="1"/>
          </p:cNvSpPr>
          <p:nvPr>
            <p:ph/>
          </p:nvPr>
        </p:nvSpPr>
        <p:spPr>
          <a:xfrm>
            <a:off x="311760" y="1266480"/>
            <a:ext cx="274320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2" name="PlaceHolder 3"/>
          <p:cNvSpPr>
            <a:spLocks noGrp="1"/>
          </p:cNvSpPr>
          <p:nvPr>
            <p:ph/>
          </p:nvPr>
        </p:nvSpPr>
        <p:spPr>
          <a:xfrm>
            <a:off x="3192480" y="1266480"/>
            <a:ext cx="274320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3" name="PlaceHolder 4"/>
          <p:cNvSpPr>
            <a:spLocks noGrp="1"/>
          </p:cNvSpPr>
          <p:nvPr>
            <p:ph/>
          </p:nvPr>
        </p:nvSpPr>
        <p:spPr>
          <a:xfrm>
            <a:off x="6073200" y="1266480"/>
            <a:ext cx="274320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4" name="PlaceHolder 5"/>
          <p:cNvSpPr>
            <a:spLocks noGrp="1"/>
          </p:cNvSpPr>
          <p:nvPr>
            <p:ph/>
          </p:nvPr>
        </p:nvSpPr>
        <p:spPr>
          <a:xfrm>
            <a:off x="311760" y="2991600"/>
            <a:ext cx="274320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5" name="PlaceHolder 6"/>
          <p:cNvSpPr>
            <a:spLocks noGrp="1"/>
          </p:cNvSpPr>
          <p:nvPr>
            <p:ph/>
          </p:nvPr>
        </p:nvSpPr>
        <p:spPr>
          <a:xfrm>
            <a:off x="3192480" y="2991600"/>
            <a:ext cx="274320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6" name="PlaceHolder 7"/>
          <p:cNvSpPr>
            <a:spLocks noGrp="1"/>
          </p:cNvSpPr>
          <p:nvPr>
            <p:ph/>
          </p:nvPr>
        </p:nvSpPr>
        <p:spPr>
          <a:xfrm>
            <a:off x="6073200" y="2991600"/>
            <a:ext cx="274320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 name="PlaceHolder 8"/>
          <p:cNvSpPr>
            <a:spLocks noGrp="1"/>
          </p:cNvSpPr>
          <p:nvPr>
            <p:ph type="sldNum" idx="1"/>
          </p:nvPr>
        </p:nvSpPr>
        <p:spPr/>
        <p:txBody>
          <a:bodyPr/>
          <a:p>
            <a:fld id="{35D3DDF7-DF4A-46D8-8DE2-F4C372D5F8C8}"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CAE9EAF5-1455-4E9F-9482-19384379A78A}"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1"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2" name="PlaceHolder 2"/>
          <p:cNvSpPr>
            <a:spLocks noGrp="1"/>
          </p:cNvSpPr>
          <p:nvPr>
            <p:ph type="subTitle"/>
          </p:nvPr>
        </p:nvSpPr>
        <p:spPr>
          <a:xfrm>
            <a:off x="311760" y="1266480"/>
            <a:ext cx="8520120" cy="3302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sldNum" idx="2"/>
          </p:nvPr>
        </p:nvSpPr>
        <p:spPr/>
        <p:txBody>
          <a:bodyPr/>
          <a:p>
            <a:fld id="{6559C516-C121-4502-AA5C-C64F1C4CCF76}"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4" name="PlaceHolder 2"/>
          <p:cNvSpPr>
            <a:spLocks noGrp="1"/>
          </p:cNvSpPr>
          <p:nvPr>
            <p:ph/>
          </p:nvPr>
        </p:nvSpPr>
        <p:spPr>
          <a:xfrm>
            <a:off x="311760" y="1266480"/>
            <a:ext cx="8520120" cy="3302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 name="PlaceHolder 3"/>
          <p:cNvSpPr>
            <a:spLocks noGrp="1"/>
          </p:cNvSpPr>
          <p:nvPr>
            <p:ph type="sldNum" idx="2"/>
          </p:nvPr>
        </p:nvSpPr>
        <p:spPr/>
        <p:txBody>
          <a:bodyPr/>
          <a:p>
            <a:fld id="{5CA9B29D-67B2-415B-A544-825FD8F3E3F1}"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6" name="PlaceHolder 2"/>
          <p:cNvSpPr>
            <a:spLocks noGrp="1"/>
          </p:cNvSpPr>
          <p:nvPr>
            <p:ph/>
          </p:nvPr>
        </p:nvSpPr>
        <p:spPr>
          <a:xfrm>
            <a:off x="311760" y="1266480"/>
            <a:ext cx="4157640" cy="3302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7" name="PlaceHolder 3"/>
          <p:cNvSpPr>
            <a:spLocks noGrp="1"/>
          </p:cNvSpPr>
          <p:nvPr>
            <p:ph/>
          </p:nvPr>
        </p:nvSpPr>
        <p:spPr>
          <a:xfrm>
            <a:off x="4677840" y="1266480"/>
            <a:ext cx="4157640" cy="3302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DBDF28D4-1BCD-465C-96D9-99C594E474BF}"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 name="PlaceHolder 2"/>
          <p:cNvSpPr>
            <a:spLocks noGrp="1"/>
          </p:cNvSpPr>
          <p:nvPr>
            <p:ph type="sldNum" idx="2"/>
          </p:nvPr>
        </p:nvSpPr>
        <p:spPr/>
        <p:txBody>
          <a:bodyPr/>
          <a:p>
            <a:fld id="{9EA4C805-25ED-4778-9856-1163914D178F}"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9" name="PlaceHolder 1"/>
          <p:cNvSpPr>
            <a:spLocks noGrp="1"/>
          </p:cNvSpPr>
          <p:nvPr>
            <p:ph type="subTitle"/>
          </p:nvPr>
        </p:nvSpPr>
        <p:spPr>
          <a:xfrm>
            <a:off x="311760" y="444960"/>
            <a:ext cx="8520120" cy="32788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sldNum" idx="2"/>
          </p:nvPr>
        </p:nvSpPr>
        <p:spPr/>
        <p:txBody>
          <a:bodyPr/>
          <a:p>
            <a:fld id="{CB08D4A1-AEF4-4CD3-A072-72CB83CED687}"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61" name="PlaceHolder 2"/>
          <p:cNvSpPr>
            <a:spLocks noGrp="1"/>
          </p:cNvSpPr>
          <p:nvPr>
            <p:ph/>
          </p:nvPr>
        </p:nvSpPr>
        <p:spPr>
          <a:xfrm>
            <a:off x="311760" y="126648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2" name="PlaceHolder 3"/>
          <p:cNvSpPr>
            <a:spLocks noGrp="1"/>
          </p:cNvSpPr>
          <p:nvPr>
            <p:ph/>
          </p:nvPr>
        </p:nvSpPr>
        <p:spPr>
          <a:xfrm>
            <a:off x="4677840" y="1266480"/>
            <a:ext cx="4157640" cy="3302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3" name="PlaceHolder 4"/>
          <p:cNvSpPr>
            <a:spLocks noGrp="1"/>
          </p:cNvSpPr>
          <p:nvPr>
            <p:ph/>
          </p:nvPr>
        </p:nvSpPr>
        <p:spPr>
          <a:xfrm>
            <a:off x="311760" y="299160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D093E636-52B2-445F-BB19-1F3D418CE29A}"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65" name="PlaceHolder 2"/>
          <p:cNvSpPr>
            <a:spLocks noGrp="1"/>
          </p:cNvSpPr>
          <p:nvPr>
            <p:ph/>
          </p:nvPr>
        </p:nvSpPr>
        <p:spPr>
          <a:xfrm>
            <a:off x="311760" y="1266480"/>
            <a:ext cx="4157640" cy="3302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6" name="PlaceHolder 3"/>
          <p:cNvSpPr>
            <a:spLocks noGrp="1"/>
          </p:cNvSpPr>
          <p:nvPr>
            <p:ph/>
          </p:nvPr>
        </p:nvSpPr>
        <p:spPr>
          <a:xfrm>
            <a:off x="4677840" y="126648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7" name="PlaceHolder 4"/>
          <p:cNvSpPr>
            <a:spLocks noGrp="1"/>
          </p:cNvSpPr>
          <p:nvPr>
            <p:ph/>
          </p:nvPr>
        </p:nvSpPr>
        <p:spPr>
          <a:xfrm>
            <a:off x="4677840" y="299160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59F56AB5-0445-4B16-9CC3-EC18A25AEEA1}"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69" name="PlaceHolder 2"/>
          <p:cNvSpPr>
            <a:spLocks noGrp="1"/>
          </p:cNvSpPr>
          <p:nvPr>
            <p:ph/>
          </p:nvPr>
        </p:nvSpPr>
        <p:spPr>
          <a:xfrm>
            <a:off x="311760" y="126648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0" name="PlaceHolder 3"/>
          <p:cNvSpPr>
            <a:spLocks noGrp="1"/>
          </p:cNvSpPr>
          <p:nvPr>
            <p:ph/>
          </p:nvPr>
        </p:nvSpPr>
        <p:spPr>
          <a:xfrm>
            <a:off x="4677840" y="126648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1" name="PlaceHolder 4"/>
          <p:cNvSpPr>
            <a:spLocks noGrp="1"/>
          </p:cNvSpPr>
          <p:nvPr>
            <p:ph/>
          </p:nvPr>
        </p:nvSpPr>
        <p:spPr>
          <a:xfrm>
            <a:off x="311760" y="2991600"/>
            <a:ext cx="852012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5175B3BA-B4A4-49F7-9F7E-CE747A660E45}"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73" name="PlaceHolder 2"/>
          <p:cNvSpPr>
            <a:spLocks noGrp="1"/>
          </p:cNvSpPr>
          <p:nvPr>
            <p:ph/>
          </p:nvPr>
        </p:nvSpPr>
        <p:spPr>
          <a:xfrm>
            <a:off x="311760" y="1266480"/>
            <a:ext cx="852012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4" name="PlaceHolder 3"/>
          <p:cNvSpPr>
            <a:spLocks noGrp="1"/>
          </p:cNvSpPr>
          <p:nvPr>
            <p:ph/>
          </p:nvPr>
        </p:nvSpPr>
        <p:spPr>
          <a:xfrm>
            <a:off x="311760" y="2991600"/>
            <a:ext cx="852012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49FDF987-1764-4CF0-BF38-17A2ED6F580A}"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76" name="PlaceHolder 2"/>
          <p:cNvSpPr>
            <a:spLocks noGrp="1"/>
          </p:cNvSpPr>
          <p:nvPr>
            <p:ph/>
          </p:nvPr>
        </p:nvSpPr>
        <p:spPr>
          <a:xfrm>
            <a:off x="311760" y="126648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7" name="PlaceHolder 3"/>
          <p:cNvSpPr>
            <a:spLocks noGrp="1"/>
          </p:cNvSpPr>
          <p:nvPr>
            <p:ph/>
          </p:nvPr>
        </p:nvSpPr>
        <p:spPr>
          <a:xfrm>
            <a:off x="4677840" y="126648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8" name="PlaceHolder 4"/>
          <p:cNvSpPr>
            <a:spLocks noGrp="1"/>
          </p:cNvSpPr>
          <p:nvPr>
            <p:ph/>
          </p:nvPr>
        </p:nvSpPr>
        <p:spPr>
          <a:xfrm>
            <a:off x="311760" y="299160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9" name="PlaceHolder 5"/>
          <p:cNvSpPr>
            <a:spLocks noGrp="1"/>
          </p:cNvSpPr>
          <p:nvPr>
            <p:ph/>
          </p:nvPr>
        </p:nvSpPr>
        <p:spPr>
          <a:xfrm>
            <a:off x="4677840" y="299160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 name="PlaceHolder 6"/>
          <p:cNvSpPr>
            <a:spLocks noGrp="1"/>
          </p:cNvSpPr>
          <p:nvPr>
            <p:ph type="sldNum" idx="2"/>
          </p:nvPr>
        </p:nvSpPr>
        <p:spPr/>
        <p:txBody>
          <a:bodyPr/>
          <a:p>
            <a:fld id="{37962F07-4A86-4035-827D-326C7CA152DB}"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81" name="PlaceHolder 2"/>
          <p:cNvSpPr>
            <a:spLocks noGrp="1"/>
          </p:cNvSpPr>
          <p:nvPr>
            <p:ph/>
          </p:nvPr>
        </p:nvSpPr>
        <p:spPr>
          <a:xfrm>
            <a:off x="311760" y="1266480"/>
            <a:ext cx="274320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82" name="PlaceHolder 3"/>
          <p:cNvSpPr>
            <a:spLocks noGrp="1"/>
          </p:cNvSpPr>
          <p:nvPr>
            <p:ph/>
          </p:nvPr>
        </p:nvSpPr>
        <p:spPr>
          <a:xfrm>
            <a:off x="3192480" y="1266480"/>
            <a:ext cx="274320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83" name="PlaceHolder 4"/>
          <p:cNvSpPr>
            <a:spLocks noGrp="1"/>
          </p:cNvSpPr>
          <p:nvPr>
            <p:ph/>
          </p:nvPr>
        </p:nvSpPr>
        <p:spPr>
          <a:xfrm>
            <a:off x="6073200" y="1266480"/>
            <a:ext cx="274320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84" name="PlaceHolder 5"/>
          <p:cNvSpPr>
            <a:spLocks noGrp="1"/>
          </p:cNvSpPr>
          <p:nvPr>
            <p:ph/>
          </p:nvPr>
        </p:nvSpPr>
        <p:spPr>
          <a:xfrm>
            <a:off x="311760" y="2991600"/>
            <a:ext cx="274320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85" name="PlaceHolder 6"/>
          <p:cNvSpPr>
            <a:spLocks noGrp="1"/>
          </p:cNvSpPr>
          <p:nvPr>
            <p:ph/>
          </p:nvPr>
        </p:nvSpPr>
        <p:spPr>
          <a:xfrm>
            <a:off x="3192480" y="2991600"/>
            <a:ext cx="274320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86" name="PlaceHolder 7"/>
          <p:cNvSpPr>
            <a:spLocks noGrp="1"/>
          </p:cNvSpPr>
          <p:nvPr>
            <p:ph/>
          </p:nvPr>
        </p:nvSpPr>
        <p:spPr>
          <a:xfrm>
            <a:off x="6073200" y="2991600"/>
            <a:ext cx="274320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 name="PlaceHolder 8"/>
          <p:cNvSpPr>
            <a:spLocks noGrp="1"/>
          </p:cNvSpPr>
          <p:nvPr>
            <p:ph type="sldNum" idx="2"/>
          </p:nvPr>
        </p:nvSpPr>
        <p:spPr/>
        <p:txBody>
          <a:bodyPr/>
          <a:p>
            <a:fld id="{E582655F-5C81-49BC-8400-05458401BE87}"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0E4039F0-AEF2-487C-8758-66479C970EE4}"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1"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92" name="PlaceHolder 2"/>
          <p:cNvSpPr>
            <a:spLocks noGrp="1"/>
          </p:cNvSpPr>
          <p:nvPr>
            <p:ph type="subTitle"/>
          </p:nvPr>
        </p:nvSpPr>
        <p:spPr>
          <a:xfrm>
            <a:off x="311760" y="1266480"/>
            <a:ext cx="8520120" cy="3302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sldNum" idx="3"/>
          </p:nvPr>
        </p:nvSpPr>
        <p:spPr/>
        <p:txBody>
          <a:bodyPr/>
          <a:p>
            <a:fld id="{E247EE3E-2C00-4968-96F0-CE263A3ACAB8}"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94" name="PlaceHolder 2"/>
          <p:cNvSpPr>
            <a:spLocks noGrp="1"/>
          </p:cNvSpPr>
          <p:nvPr>
            <p:ph/>
          </p:nvPr>
        </p:nvSpPr>
        <p:spPr>
          <a:xfrm>
            <a:off x="311760" y="1266480"/>
            <a:ext cx="8520120" cy="3302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 name="PlaceHolder 3"/>
          <p:cNvSpPr>
            <a:spLocks noGrp="1"/>
          </p:cNvSpPr>
          <p:nvPr>
            <p:ph type="sldNum" idx="3"/>
          </p:nvPr>
        </p:nvSpPr>
        <p:spPr/>
        <p:txBody>
          <a:bodyPr/>
          <a:p>
            <a:fld id="{C8589528-2537-40EE-8ECA-E704DBDDFB46}"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96" name="PlaceHolder 2"/>
          <p:cNvSpPr>
            <a:spLocks noGrp="1"/>
          </p:cNvSpPr>
          <p:nvPr>
            <p:ph/>
          </p:nvPr>
        </p:nvSpPr>
        <p:spPr>
          <a:xfrm>
            <a:off x="311760" y="1266480"/>
            <a:ext cx="4157640" cy="3302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7" name="PlaceHolder 3"/>
          <p:cNvSpPr>
            <a:spLocks noGrp="1"/>
          </p:cNvSpPr>
          <p:nvPr>
            <p:ph/>
          </p:nvPr>
        </p:nvSpPr>
        <p:spPr>
          <a:xfrm>
            <a:off x="4677840" y="1266480"/>
            <a:ext cx="4157640" cy="3302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E903970E-47E9-4CBF-9496-40D79ABDB6D4}"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8"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 name="PlaceHolder 2"/>
          <p:cNvSpPr>
            <a:spLocks noGrp="1"/>
          </p:cNvSpPr>
          <p:nvPr>
            <p:ph type="sldNum" idx="3"/>
          </p:nvPr>
        </p:nvSpPr>
        <p:spPr/>
        <p:txBody>
          <a:bodyPr/>
          <a:p>
            <a:fld id="{11FA521A-E5B1-419B-8993-A5AD8785AEE9}"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9" name="PlaceHolder 1"/>
          <p:cNvSpPr>
            <a:spLocks noGrp="1"/>
          </p:cNvSpPr>
          <p:nvPr>
            <p:ph type="subTitle"/>
          </p:nvPr>
        </p:nvSpPr>
        <p:spPr>
          <a:xfrm>
            <a:off x="311760" y="444960"/>
            <a:ext cx="8520120" cy="32788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sldNum" idx="3"/>
          </p:nvPr>
        </p:nvSpPr>
        <p:spPr/>
        <p:txBody>
          <a:bodyPr/>
          <a:p>
            <a:fld id="{AB3F168F-610C-44AD-8526-88DB096AEA9E}"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01" name="PlaceHolder 2"/>
          <p:cNvSpPr>
            <a:spLocks noGrp="1"/>
          </p:cNvSpPr>
          <p:nvPr>
            <p:ph/>
          </p:nvPr>
        </p:nvSpPr>
        <p:spPr>
          <a:xfrm>
            <a:off x="311760" y="126648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2" name="PlaceHolder 3"/>
          <p:cNvSpPr>
            <a:spLocks noGrp="1"/>
          </p:cNvSpPr>
          <p:nvPr>
            <p:ph/>
          </p:nvPr>
        </p:nvSpPr>
        <p:spPr>
          <a:xfrm>
            <a:off x="4677840" y="1266480"/>
            <a:ext cx="4157640" cy="3302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3" name="PlaceHolder 4"/>
          <p:cNvSpPr>
            <a:spLocks noGrp="1"/>
          </p:cNvSpPr>
          <p:nvPr>
            <p:ph/>
          </p:nvPr>
        </p:nvSpPr>
        <p:spPr>
          <a:xfrm>
            <a:off x="311760" y="299160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C2872569-D98E-4177-8C93-493641D4E752}"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05" name="PlaceHolder 2"/>
          <p:cNvSpPr>
            <a:spLocks noGrp="1"/>
          </p:cNvSpPr>
          <p:nvPr>
            <p:ph/>
          </p:nvPr>
        </p:nvSpPr>
        <p:spPr>
          <a:xfrm>
            <a:off x="311760" y="1266480"/>
            <a:ext cx="4157640" cy="33022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6" name="PlaceHolder 3"/>
          <p:cNvSpPr>
            <a:spLocks noGrp="1"/>
          </p:cNvSpPr>
          <p:nvPr>
            <p:ph/>
          </p:nvPr>
        </p:nvSpPr>
        <p:spPr>
          <a:xfrm>
            <a:off x="4677840" y="126648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7" name="PlaceHolder 4"/>
          <p:cNvSpPr>
            <a:spLocks noGrp="1"/>
          </p:cNvSpPr>
          <p:nvPr>
            <p:ph/>
          </p:nvPr>
        </p:nvSpPr>
        <p:spPr>
          <a:xfrm>
            <a:off x="4677840" y="299160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B8CAFAE3-A4DF-427A-8211-E5DD879F2B7E}"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09" name="PlaceHolder 2"/>
          <p:cNvSpPr>
            <a:spLocks noGrp="1"/>
          </p:cNvSpPr>
          <p:nvPr>
            <p:ph/>
          </p:nvPr>
        </p:nvSpPr>
        <p:spPr>
          <a:xfrm>
            <a:off x="311760" y="126648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0" name="PlaceHolder 3"/>
          <p:cNvSpPr>
            <a:spLocks noGrp="1"/>
          </p:cNvSpPr>
          <p:nvPr>
            <p:ph/>
          </p:nvPr>
        </p:nvSpPr>
        <p:spPr>
          <a:xfrm>
            <a:off x="4677840" y="126648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1" name="PlaceHolder 4"/>
          <p:cNvSpPr>
            <a:spLocks noGrp="1"/>
          </p:cNvSpPr>
          <p:nvPr>
            <p:ph/>
          </p:nvPr>
        </p:nvSpPr>
        <p:spPr>
          <a:xfrm>
            <a:off x="311760" y="2991600"/>
            <a:ext cx="852012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30305CEA-91B2-43EE-9ED7-30B91A8A2B74}"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13" name="PlaceHolder 2"/>
          <p:cNvSpPr>
            <a:spLocks noGrp="1"/>
          </p:cNvSpPr>
          <p:nvPr>
            <p:ph/>
          </p:nvPr>
        </p:nvSpPr>
        <p:spPr>
          <a:xfrm>
            <a:off x="311760" y="1266480"/>
            <a:ext cx="852012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4" name="PlaceHolder 3"/>
          <p:cNvSpPr>
            <a:spLocks noGrp="1"/>
          </p:cNvSpPr>
          <p:nvPr>
            <p:ph/>
          </p:nvPr>
        </p:nvSpPr>
        <p:spPr>
          <a:xfrm>
            <a:off x="311760" y="2991600"/>
            <a:ext cx="852012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766C2BCF-838B-4455-BC44-4D784815E2C9}"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16" name="PlaceHolder 2"/>
          <p:cNvSpPr>
            <a:spLocks noGrp="1"/>
          </p:cNvSpPr>
          <p:nvPr>
            <p:ph/>
          </p:nvPr>
        </p:nvSpPr>
        <p:spPr>
          <a:xfrm>
            <a:off x="311760" y="126648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7" name="PlaceHolder 3"/>
          <p:cNvSpPr>
            <a:spLocks noGrp="1"/>
          </p:cNvSpPr>
          <p:nvPr>
            <p:ph/>
          </p:nvPr>
        </p:nvSpPr>
        <p:spPr>
          <a:xfrm>
            <a:off x="4677840" y="126648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8" name="PlaceHolder 4"/>
          <p:cNvSpPr>
            <a:spLocks noGrp="1"/>
          </p:cNvSpPr>
          <p:nvPr>
            <p:ph/>
          </p:nvPr>
        </p:nvSpPr>
        <p:spPr>
          <a:xfrm>
            <a:off x="311760" y="299160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9" name="PlaceHolder 5"/>
          <p:cNvSpPr>
            <a:spLocks noGrp="1"/>
          </p:cNvSpPr>
          <p:nvPr>
            <p:ph/>
          </p:nvPr>
        </p:nvSpPr>
        <p:spPr>
          <a:xfrm>
            <a:off x="4677840" y="2991600"/>
            <a:ext cx="415764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 name="PlaceHolder 6"/>
          <p:cNvSpPr>
            <a:spLocks noGrp="1"/>
          </p:cNvSpPr>
          <p:nvPr>
            <p:ph type="sldNum" idx="3"/>
          </p:nvPr>
        </p:nvSpPr>
        <p:spPr/>
        <p:txBody>
          <a:bodyPr/>
          <a:p>
            <a:fld id="{701AC285-3E6E-4A59-9FC8-3C25ED67A40B}"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311760" y="444960"/>
            <a:ext cx="8520120" cy="70704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21" name="PlaceHolder 2"/>
          <p:cNvSpPr>
            <a:spLocks noGrp="1"/>
          </p:cNvSpPr>
          <p:nvPr>
            <p:ph/>
          </p:nvPr>
        </p:nvSpPr>
        <p:spPr>
          <a:xfrm>
            <a:off x="311760" y="1266480"/>
            <a:ext cx="274320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22" name="PlaceHolder 3"/>
          <p:cNvSpPr>
            <a:spLocks noGrp="1"/>
          </p:cNvSpPr>
          <p:nvPr>
            <p:ph/>
          </p:nvPr>
        </p:nvSpPr>
        <p:spPr>
          <a:xfrm>
            <a:off x="3192480" y="1266480"/>
            <a:ext cx="274320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23" name="PlaceHolder 4"/>
          <p:cNvSpPr>
            <a:spLocks noGrp="1"/>
          </p:cNvSpPr>
          <p:nvPr>
            <p:ph/>
          </p:nvPr>
        </p:nvSpPr>
        <p:spPr>
          <a:xfrm>
            <a:off x="6073200" y="1266480"/>
            <a:ext cx="274320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24" name="PlaceHolder 5"/>
          <p:cNvSpPr>
            <a:spLocks noGrp="1"/>
          </p:cNvSpPr>
          <p:nvPr>
            <p:ph/>
          </p:nvPr>
        </p:nvSpPr>
        <p:spPr>
          <a:xfrm>
            <a:off x="311760" y="2991600"/>
            <a:ext cx="274320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25" name="PlaceHolder 6"/>
          <p:cNvSpPr>
            <a:spLocks noGrp="1"/>
          </p:cNvSpPr>
          <p:nvPr>
            <p:ph/>
          </p:nvPr>
        </p:nvSpPr>
        <p:spPr>
          <a:xfrm>
            <a:off x="3192480" y="2991600"/>
            <a:ext cx="274320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26" name="PlaceHolder 7"/>
          <p:cNvSpPr>
            <a:spLocks noGrp="1"/>
          </p:cNvSpPr>
          <p:nvPr>
            <p:ph/>
          </p:nvPr>
        </p:nvSpPr>
        <p:spPr>
          <a:xfrm>
            <a:off x="6073200" y="2991600"/>
            <a:ext cx="2743200" cy="15750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 name="PlaceHolder 8"/>
          <p:cNvSpPr>
            <a:spLocks noGrp="1"/>
          </p:cNvSpPr>
          <p:nvPr>
            <p:ph type="sldNum" idx="3"/>
          </p:nvPr>
        </p:nvSpPr>
        <p:spPr/>
        <p:txBody>
          <a:bodyPr/>
          <a:p>
            <a:fld id="{2C267357-DE79-4DB1-BDEA-0A1DBF75CE5F}"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Google Shape;10;p2"/>
          <p:cNvSpPr/>
          <p:nvPr/>
        </p:nvSpPr>
        <p:spPr>
          <a:xfrm>
            <a:off x="7007760" y="3177000"/>
            <a:ext cx="561960" cy="360"/>
          </a:xfrm>
          <a:custGeom>
            <a:avLst/>
            <a:gdLst/>
            <a:ahLst/>
            <a:rect l="l" t="t" r="r" b="b"/>
            <a:pathLst>
              <a:path w="21600" h="21600">
                <a:moveTo>
                  <a:pt x="0" y="0"/>
                </a:moveTo>
                <a:lnTo>
                  <a:pt x="21600" y="21600"/>
                </a:lnTo>
              </a:path>
            </a:pathLst>
          </a:custGeom>
          <a:noFill/>
          <a:ln w="76200">
            <a:solidFill>
              <a:srgbClr val="b3a77d"/>
            </a:solidFill>
            <a:round/>
          </a:ln>
        </p:spPr>
        <p:style>
          <a:lnRef idx="0"/>
          <a:fillRef idx="0"/>
          <a:effectRef idx="0"/>
          <a:fontRef idx="minor"/>
        </p:style>
      </p:sp>
      <p:sp>
        <p:nvSpPr>
          <p:cNvPr id="1" name="Google Shape;11;p2"/>
          <p:cNvSpPr/>
          <p:nvPr/>
        </p:nvSpPr>
        <p:spPr>
          <a:xfrm>
            <a:off x="1575000" y="3158280"/>
            <a:ext cx="561960" cy="360"/>
          </a:xfrm>
          <a:custGeom>
            <a:avLst/>
            <a:gdLst/>
            <a:ahLst/>
            <a:rect l="l" t="t" r="r" b="b"/>
            <a:pathLst>
              <a:path w="21600" h="21600">
                <a:moveTo>
                  <a:pt x="0" y="0"/>
                </a:moveTo>
                <a:lnTo>
                  <a:pt x="21600" y="21600"/>
                </a:lnTo>
              </a:path>
            </a:pathLst>
          </a:custGeom>
          <a:noFill/>
          <a:ln w="76200">
            <a:solidFill>
              <a:srgbClr val="b3a77d"/>
            </a:solidFill>
            <a:round/>
          </a:ln>
        </p:spPr>
        <p:style>
          <a:lnRef idx="0"/>
          <a:fillRef idx="0"/>
          <a:effectRef idx="0"/>
          <a:fontRef idx="minor"/>
        </p:style>
      </p:sp>
      <p:grpSp>
        <p:nvGrpSpPr>
          <p:cNvPr id="2" name="Google Shape;12;p2"/>
          <p:cNvGrpSpPr/>
          <p:nvPr/>
        </p:nvGrpSpPr>
        <p:grpSpPr>
          <a:xfrm>
            <a:off x="1004400" y="1021680"/>
            <a:ext cx="7136280" cy="152640"/>
            <a:chOff x="1004400" y="1021680"/>
            <a:chExt cx="7136280" cy="152640"/>
          </a:xfrm>
        </p:grpSpPr>
        <p:sp>
          <p:nvSpPr>
            <p:cNvPr id="3" name="Google Shape;13;p2"/>
            <p:cNvSpPr/>
            <p:nvPr/>
          </p:nvSpPr>
          <p:spPr>
            <a:xfrm rot="10800000">
              <a:off x="1004400" y="1021320"/>
              <a:ext cx="7136280" cy="360"/>
            </a:xfrm>
            <a:custGeom>
              <a:avLst/>
              <a:gdLst/>
              <a:ahLst/>
              <a:rect l="l" t="t" r="r" b="b"/>
              <a:pathLst>
                <a:path w="21600" h="21600">
                  <a:moveTo>
                    <a:pt x="0" y="0"/>
                  </a:moveTo>
                  <a:lnTo>
                    <a:pt x="21600" y="21600"/>
                  </a:lnTo>
                </a:path>
              </a:pathLst>
            </a:custGeom>
            <a:noFill/>
            <a:ln w="76200">
              <a:solidFill>
                <a:srgbClr val="4db6ac"/>
              </a:solidFill>
              <a:round/>
            </a:ln>
          </p:spPr>
          <p:style>
            <a:lnRef idx="0"/>
            <a:fillRef idx="0"/>
            <a:effectRef idx="0"/>
            <a:fontRef idx="minor"/>
          </p:style>
        </p:sp>
        <p:sp>
          <p:nvSpPr>
            <p:cNvPr id="4" name="Google Shape;14;p2"/>
            <p:cNvSpPr/>
            <p:nvPr/>
          </p:nvSpPr>
          <p:spPr>
            <a:xfrm rot="10800000">
              <a:off x="1004400" y="1173600"/>
              <a:ext cx="7136280" cy="360"/>
            </a:xfrm>
            <a:custGeom>
              <a:avLst/>
              <a:gdLst/>
              <a:ahLst/>
              <a:rect l="l" t="t" r="r" b="b"/>
              <a:pathLst>
                <a:path w="21600" h="21600">
                  <a:moveTo>
                    <a:pt x="0" y="0"/>
                  </a:moveTo>
                  <a:lnTo>
                    <a:pt x="21600" y="21600"/>
                  </a:lnTo>
                </a:path>
              </a:pathLst>
            </a:custGeom>
            <a:noFill/>
            <a:ln w="9525">
              <a:solidFill>
                <a:srgbClr val="4db6ac"/>
              </a:solidFill>
              <a:round/>
            </a:ln>
          </p:spPr>
          <p:style>
            <a:lnRef idx="0"/>
            <a:fillRef idx="0"/>
            <a:effectRef idx="0"/>
            <a:fontRef idx="minor"/>
          </p:style>
        </p:sp>
      </p:grpSp>
      <p:grpSp>
        <p:nvGrpSpPr>
          <p:cNvPr id="5" name="Google Shape;15;p2"/>
          <p:cNvGrpSpPr/>
          <p:nvPr/>
        </p:nvGrpSpPr>
        <p:grpSpPr>
          <a:xfrm>
            <a:off x="1004040" y="3969000"/>
            <a:ext cx="7136280" cy="153000"/>
            <a:chOff x="1004040" y="3969000"/>
            <a:chExt cx="7136280" cy="153000"/>
          </a:xfrm>
        </p:grpSpPr>
        <p:sp>
          <p:nvSpPr>
            <p:cNvPr id="6" name="Google Shape;16;p2"/>
            <p:cNvSpPr/>
            <p:nvPr/>
          </p:nvSpPr>
          <p:spPr>
            <a:xfrm>
              <a:off x="1004040" y="4121640"/>
              <a:ext cx="7136280" cy="360"/>
            </a:xfrm>
            <a:custGeom>
              <a:avLst/>
              <a:gdLst/>
              <a:ahLst/>
              <a:rect l="l" t="t" r="r" b="b"/>
              <a:pathLst>
                <a:path w="21600" h="21600">
                  <a:moveTo>
                    <a:pt x="0" y="0"/>
                  </a:moveTo>
                  <a:lnTo>
                    <a:pt x="21600" y="21600"/>
                  </a:lnTo>
                </a:path>
              </a:pathLst>
            </a:custGeom>
            <a:noFill/>
            <a:ln w="76200">
              <a:solidFill>
                <a:srgbClr val="4db6ac"/>
              </a:solidFill>
              <a:round/>
            </a:ln>
          </p:spPr>
          <p:style>
            <a:lnRef idx="0"/>
            <a:fillRef idx="0"/>
            <a:effectRef idx="0"/>
            <a:fontRef idx="minor"/>
          </p:style>
        </p:sp>
        <p:sp>
          <p:nvSpPr>
            <p:cNvPr id="7" name="Google Shape;17;p2"/>
            <p:cNvSpPr/>
            <p:nvPr/>
          </p:nvSpPr>
          <p:spPr>
            <a:xfrm>
              <a:off x="1004040" y="3969000"/>
              <a:ext cx="7136280" cy="360"/>
            </a:xfrm>
            <a:custGeom>
              <a:avLst/>
              <a:gdLst/>
              <a:ahLst/>
              <a:rect l="l" t="t" r="r" b="b"/>
              <a:pathLst>
                <a:path w="21600" h="21600">
                  <a:moveTo>
                    <a:pt x="0" y="0"/>
                  </a:moveTo>
                  <a:lnTo>
                    <a:pt x="21600" y="21600"/>
                  </a:lnTo>
                </a:path>
              </a:pathLst>
            </a:custGeom>
            <a:noFill/>
            <a:ln w="9525">
              <a:solidFill>
                <a:srgbClr val="4db6ac"/>
              </a:solidFill>
              <a:round/>
            </a:ln>
          </p:spPr>
          <p:style>
            <a:lnRef idx="0"/>
            <a:fillRef idx="0"/>
            <a:effectRef idx="0"/>
            <a:fontRef idx="minor"/>
          </p:style>
        </p:sp>
      </p:grpSp>
      <p:sp>
        <p:nvSpPr>
          <p:cNvPr id="8" name="PlaceHolder 1"/>
          <p:cNvSpPr>
            <a:spLocks noGrp="1"/>
          </p:cNvSpPr>
          <p:nvPr>
            <p:ph type="title"/>
          </p:nvPr>
        </p:nvSpPr>
        <p:spPr>
          <a:xfrm>
            <a:off x="1004040" y="1751760"/>
            <a:ext cx="7136280" cy="1022040"/>
          </a:xfrm>
          <a:prstGeom prst="rect">
            <a:avLst/>
          </a:prstGeom>
          <a:noFill/>
          <a:ln w="0">
            <a:noFill/>
          </a:ln>
        </p:spPr>
        <p:txBody>
          <a:bodyPr tIns="91440" bIns="91440" anchor="b">
            <a:normAutofit fontScale="71000"/>
          </a:bodyPr>
          <a:p>
            <a:r>
              <a:rPr b="0" lang="en-US" sz="5400" spc="-1" strike="noStrike">
                <a:solidFill>
                  <a:srgbClr val="000000"/>
                </a:solidFill>
                <a:latin typeface="Arial"/>
              </a:rPr>
              <a:t>Click to edit the title text format</a:t>
            </a:r>
            <a:endParaRPr b="0" lang="en-US" sz="5400" spc="-1" strike="noStrike">
              <a:solidFill>
                <a:srgbClr val="000000"/>
              </a:solidFill>
              <a:latin typeface="Arial"/>
            </a:endParaRPr>
          </a:p>
        </p:txBody>
      </p:sp>
      <p:sp>
        <p:nvSpPr>
          <p:cNvPr id="9" name="PlaceHolder 2"/>
          <p:cNvSpPr>
            <a:spLocks noGrp="1"/>
          </p:cNvSpPr>
          <p:nvPr>
            <p:ph type="sldNum" idx="1"/>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B62C727C-C342-4425-9B1F-EBF640370B05}" type="slidenum">
              <a:rPr b="0" lang="en-US" sz="1000" spc="-1" strike="noStrike">
                <a:solidFill>
                  <a:srgbClr val="695d46"/>
                </a:solidFill>
                <a:latin typeface="Open Sans"/>
                <a:ea typeface="Open Sans"/>
              </a:rPr>
              <a:t>&lt;number&gt;</a:t>
            </a:fld>
            <a:endParaRPr b="0" lang="en-US" sz="1000" spc="-1" strike="noStrike">
              <a:latin typeface="Times New Roman"/>
            </a:endParaRPr>
          </a:p>
        </p:txBody>
      </p:sp>
      <p:sp>
        <p:nvSpPr>
          <p:cNvPr id="10"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Google Shape;26;p4"/>
          <p:cNvSpPr/>
          <p:nvPr/>
        </p:nvSpPr>
        <p:spPr>
          <a:xfrm>
            <a:off x="0" y="5045760"/>
            <a:ext cx="9143640" cy="97560"/>
          </a:xfrm>
          <a:prstGeom prst="rect">
            <a:avLst/>
          </a:prstGeom>
          <a:solidFill>
            <a:schemeClr val="accent3"/>
          </a:solidFill>
          <a:ln w="0">
            <a:noFill/>
          </a:ln>
        </p:spPr>
        <p:style>
          <a:lnRef idx="0"/>
          <a:fillRef idx="0"/>
          <a:effectRef idx="0"/>
          <a:fontRef idx="minor"/>
        </p:style>
      </p:sp>
      <p:sp>
        <p:nvSpPr>
          <p:cNvPr id="48"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49" name="PlaceHolder 2"/>
          <p:cNvSpPr>
            <a:spLocks noGrp="1"/>
          </p:cNvSpPr>
          <p:nvPr>
            <p:ph type="body"/>
          </p:nvPr>
        </p:nvSpPr>
        <p:spPr>
          <a:xfrm>
            <a:off x="311760" y="1266480"/>
            <a:ext cx="8520120" cy="330228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0" name="PlaceHolder 3"/>
          <p:cNvSpPr>
            <a:spLocks noGrp="1"/>
          </p:cNvSpPr>
          <p:nvPr>
            <p:ph type="sldNum" idx="2"/>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88DA5018-E6E7-45B8-997C-E44938774347}" type="slidenum">
              <a:rPr b="0" lang="en-US" sz="1000" spc="-1" strike="noStrike">
                <a:solidFill>
                  <a:srgbClr val="695d46"/>
                </a:solidFill>
                <a:latin typeface="Open Sans"/>
                <a:ea typeface="Open Sans"/>
              </a:rPr>
              <a:t>&lt;number&gt;</a:t>
            </a:fld>
            <a:endParaRPr b="0" lang="en-US" sz="10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7" name="Google Shape;22;p3"/>
          <p:cNvSpPr/>
          <p:nvPr/>
        </p:nvSpPr>
        <p:spPr>
          <a:xfrm>
            <a:off x="0" y="2571840"/>
            <a:ext cx="9143640" cy="2571120"/>
          </a:xfrm>
          <a:prstGeom prst="rect">
            <a:avLst/>
          </a:prstGeom>
          <a:solidFill>
            <a:schemeClr val="accent3"/>
          </a:solidFill>
          <a:ln w="0">
            <a:noFill/>
          </a:ln>
        </p:spPr>
        <p:style>
          <a:lnRef idx="0"/>
          <a:fillRef idx="0"/>
          <a:effectRef idx="0"/>
          <a:fontRef idx="minor"/>
        </p:style>
      </p:sp>
      <p:sp>
        <p:nvSpPr>
          <p:cNvPr id="88" name="PlaceHolder 1"/>
          <p:cNvSpPr>
            <a:spLocks noGrp="1"/>
          </p:cNvSpPr>
          <p:nvPr>
            <p:ph type="title"/>
          </p:nvPr>
        </p:nvSpPr>
        <p:spPr>
          <a:xfrm>
            <a:off x="311760" y="814680"/>
            <a:ext cx="8570880" cy="941760"/>
          </a:xfrm>
          <a:prstGeom prst="rect">
            <a:avLst/>
          </a:prstGeom>
          <a:noFill/>
          <a:ln w="0">
            <a:noFill/>
          </a:ln>
        </p:spPr>
        <p:txBody>
          <a:bodyPr tIns="91440" bIns="91440" anchor="ctr">
            <a:normAutofit/>
          </a:bodyPr>
          <a:p>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89" name="PlaceHolder 2"/>
          <p:cNvSpPr>
            <a:spLocks noGrp="1"/>
          </p:cNvSpPr>
          <p:nvPr>
            <p:ph type="sldNum" idx="3"/>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ffffff"/>
                </a:solidFill>
                <a:latin typeface="Open Sans"/>
                <a:ea typeface="Open Sans"/>
              </a:defRPr>
            </a:lvl1pPr>
          </a:lstStyle>
          <a:p>
            <a:pPr algn="r">
              <a:lnSpc>
                <a:spcPct val="100000"/>
              </a:lnSpc>
              <a:buNone/>
              <a:tabLst>
                <a:tab algn="l" pos="0"/>
              </a:tabLst>
            </a:pPr>
            <a:fld id="{A38E81AF-2D3F-44D5-999C-5BC0E8E6ED06}" type="slidenum">
              <a:rPr b="0" lang="en-US" sz="1000" spc="-1" strike="noStrike">
                <a:solidFill>
                  <a:srgbClr val="ffffff"/>
                </a:solidFill>
                <a:latin typeface="Open Sans"/>
                <a:ea typeface="Open Sans"/>
              </a:rPr>
              <a:t>&lt;number&gt;</a:t>
            </a:fld>
            <a:endParaRPr b="0" lang="en-US" sz="1000" spc="-1" strike="noStrike">
              <a:latin typeface="Times New Roman"/>
            </a:endParaRPr>
          </a:p>
        </p:txBody>
      </p:sp>
      <p:sp>
        <p:nvSpPr>
          <p:cNvPr id="90"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xml.rels><?xml version="1.0" encoding="UTF-8"?>
<Relationships xmlns="http://schemas.openxmlformats.org/package/2006/relationships"><Relationship Id="rId1" Type="http://schemas.openxmlformats.org/officeDocument/2006/relationships/hyperlink" Target="https://inter-pose.github.io/" TargetMode="External"/><Relationship Id="rId2" Type="http://schemas.openxmlformats.org/officeDocument/2006/relationships/image" Target="../media/image1.png"/><Relationship Id="rId3" Type="http://schemas.openxmlformats.org/officeDocument/2006/relationships/slideLayout" Target="../slideLayouts/slideLayout1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5.xml"/>
</Relationships>
</file>

<file path=ppt/slides/_rels/slide7.xml.rels><?xml version="1.0" encoding="UTF-8"?>
<Relationships xmlns="http://schemas.openxmlformats.org/package/2006/relationships"><Relationship Id="rId1" Type="http://schemas.openxmlformats.org/officeDocument/2006/relationships/hyperlink" Target="https://github.com/naver/dust3r" TargetMode="External"/><Relationship Id="rId2" Type="http://schemas.openxmlformats.org/officeDocument/2006/relationships/hyperlink" Target="https://vgg-t.github.io/" TargetMode="Externa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5.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1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4.xml.rels><?xml version="1.0" encoding="UTF-8"?>
<Relationships xmlns="http://schemas.openxmlformats.org/package/2006/relationships"><Relationship Id="rId1" Type="http://schemas.openxmlformats.org/officeDocument/2006/relationships/hyperlink" Target="https://github.com/NVlabs/InstantSplat" TargetMode="External"/><Relationship Id="rId2" Type="http://schemas.openxmlformats.org/officeDocument/2006/relationships/slideLayout" Target="../slideLayouts/slideLayout15.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6.xml.rels><?xml version="1.0" encoding="UTF-8"?>
<Relationships xmlns="http://schemas.openxmlformats.org/package/2006/relationships"><Relationship Id="rId1" Type="http://schemas.openxmlformats.org/officeDocument/2006/relationships/hyperlink" Target="https://arxiv.org/abs/2403.20309" TargetMode="External"/><Relationship Id="rId2" Type="http://schemas.openxmlformats.org/officeDocument/2006/relationships/hyperlink" Target="https://superspl.at/editor/" TargetMode="External"/><Relationship Id="rId3" Type="http://schemas.openxmlformats.org/officeDocument/2006/relationships/slideLayout" Target="../slideLayouts/slideLayout15.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8.xml.rels><?xml version="1.0" encoding="UTF-8"?>
<Relationships xmlns="http://schemas.openxmlformats.org/package/2006/relationships"><Relationship Id="rId1" Type="http://schemas.openxmlformats.org/officeDocument/2006/relationships/hyperlink" Target="https://drive.google.com/drive/folders/1QnxUnuygh6d9zIDGS8y83spoaugLG5Np?usp=drive_link" TargetMode="External"/><Relationship Id="rId2" Type="http://schemas.openxmlformats.org/officeDocument/2006/relationships/slideLayout" Target="../slideLayouts/slideLayout15.xml"/>
</Relationships>
</file>

<file path=ppt/slides/_rels/slide1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5.xml"/>
</Relationships>
</file>

<file path=ppt/slides/_rels/slide20.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15.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2.xml.rels><?xml version="1.0" encoding="UTF-8"?>
<Relationships xmlns="http://schemas.openxmlformats.org/package/2006/relationships"><Relationship Id="rId1" Type="http://schemas.openxmlformats.org/officeDocument/2006/relationships/hyperlink" Target="https://classroom.github.com/a/4AUGnMVG" TargetMode="External"/><Relationship Id="rId2" Type="http://schemas.openxmlformats.org/officeDocument/2006/relationships/hyperlink" Target="mailto:ntu-dlcv-2025-fall-ta@googlegroups.com" TargetMode="External"/><Relationship Id="rId3" Type="http://schemas.openxmlformats.org/officeDocument/2006/relationships/slideLayout" Target="../slideLayouts/slideLayout15.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28.xml.rels><?xml version="1.0" encoding="UTF-8"?>
<Relationships xmlns="http://schemas.openxmlformats.org/package/2006/relationships"><Relationship Id="rId1" Type="http://schemas.openxmlformats.org/officeDocument/2006/relationships/hyperlink" Target="https://docs.google.com/presentation/d/1itSWE2rztbdBVee49EDT_WL9CNbM9829mFA8YFLtikQ/edit?usp=sharing" TargetMode="External"/><Relationship Id="rId2" Type="http://schemas.openxmlformats.org/officeDocument/2006/relationships/slideLayout" Target="../slideLayouts/slideLayout15.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31.xml.rels><?xml version="1.0" encoding="UTF-8"?>
<Relationships xmlns="http://schemas.openxmlformats.org/package/2006/relationships"><Relationship Id="rId1" Type="http://schemas.openxmlformats.org/officeDocument/2006/relationships/hyperlink" Target="https://github.com/naver/dust3r" TargetMode="External"/><Relationship Id="rId2" Type="http://schemas.openxmlformats.org/officeDocument/2006/relationships/slideLayout" Target="../slideLayouts/slideLayout15.xml"/>
</Relationships>
</file>

<file path=ppt/slides/_rels/slide32.xml.rels><?xml version="1.0" encoding="UTF-8"?>
<Relationships xmlns="http://schemas.openxmlformats.org/package/2006/relationships"><Relationship Id="rId1" Type="http://schemas.openxmlformats.org/officeDocument/2006/relationships/hyperlink" Target="https://github.com/NVlabs/InstantSplat" TargetMode="External"/><Relationship Id="rId2" Type="http://schemas.openxmlformats.org/officeDocument/2006/relationships/slideLayout" Target="../slideLayouts/slideLayout15.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37.xml.rels><?xml version="1.0" encoding="UTF-8"?>
<Relationships xmlns="http://schemas.openxmlformats.org/package/2006/relationships"><Relationship Id="rId1" Type="http://schemas.openxmlformats.org/officeDocument/2006/relationships/hyperlink" Target="http://vllab.ee.ntu.edu.tw/dlcv.html" TargetMode="External"/><Relationship Id="rId2" Type="http://schemas.openxmlformats.org/officeDocument/2006/relationships/hyperlink" Target="mailto:ntu-dlcv-2025-fall-ta@googlegroups.com" TargetMode="External"/><Relationship Id="rId3" Type="http://schemas.openxmlformats.org/officeDocument/2006/relationships/slideLayout" Target="../slideLayouts/slideLayout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1004040" y="1751760"/>
            <a:ext cx="7136280" cy="1022040"/>
          </a:xfrm>
          <a:prstGeom prst="rect">
            <a:avLst/>
          </a:prstGeom>
          <a:noFill/>
          <a:ln w="0">
            <a:noFill/>
          </a:ln>
        </p:spPr>
        <p:txBody>
          <a:bodyPr tIns="91440" bIns="91440" anchor="b">
            <a:normAutofit/>
          </a:bodyPr>
          <a:p>
            <a:pPr algn="ctr">
              <a:lnSpc>
                <a:spcPct val="100000"/>
              </a:lnSpc>
              <a:buNone/>
              <a:tabLst>
                <a:tab algn="l" pos="0"/>
              </a:tabLst>
            </a:pPr>
            <a:r>
              <a:rPr b="1" lang="en-US" sz="5400" spc="-1" strike="noStrike">
                <a:solidFill>
                  <a:srgbClr val="ef6c00"/>
                </a:solidFill>
                <a:latin typeface="PT Sans Narrow"/>
                <a:ea typeface="PT Sans Narrow"/>
              </a:rPr>
              <a:t>Homework 4</a:t>
            </a:r>
            <a:endParaRPr b="0" lang="en-US" sz="5400" spc="-1" strike="noStrike">
              <a:solidFill>
                <a:srgbClr val="000000"/>
              </a:solidFill>
              <a:latin typeface="Arial"/>
            </a:endParaRPr>
          </a:p>
        </p:txBody>
      </p:sp>
      <p:sp>
        <p:nvSpPr>
          <p:cNvPr id="128" name="PlaceHolder 2"/>
          <p:cNvSpPr>
            <a:spLocks noGrp="1"/>
          </p:cNvSpPr>
          <p:nvPr>
            <p:ph type="subTitle"/>
          </p:nvPr>
        </p:nvSpPr>
        <p:spPr>
          <a:xfrm>
            <a:off x="2137320" y="2850120"/>
            <a:ext cx="4870080" cy="1022040"/>
          </a:xfrm>
          <a:prstGeom prst="rect">
            <a:avLst/>
          </a:prstGeom>
          <a:noFill/>
          <a:ln w="0">
            <a:noFill/>
          </a:ln>
        </p:spPr>
        <p:txBody>
          <a:bodyPr tIns="91440" bIns="91440" anchor="t">
            <a:normAutofit fontScale="76000"/>
          </a:bodyPr>
          <a:p>
            <a:pPr algn="ctr">
              <a:lnSpc>
                <a:spcPct val="150000"/>
              </a:lnSpc>
              <a:buNone/>
              <a:tabLst>
                <a:tab algn="l" pos="0"/>
              </a:tabLst>
            </a:pPr>
            <a:r>
              <a:rPr b="0" lang="en-US" sz="1720" spc="-1" strike="noStrike">
                <a:solidFill>
                  <a:srgbClr val="695d46"/>
                </a:solidFill>
                <a:latin typeface="Open Sans"/>
                <a:ea typeface="Open Sans"/>
              </a:rPr>
              <a:t>Deep Learning for Computer Vision</a:t>
            </a:r>
            <a:endParaRPr b="0" lang="en-US" sz="1720" spc="-1" strike="noStrike">
              <a:latin typeface="Arial"/>
            </a:endParaRPr>
          </a:p>
          <a:p>
            <a:pPr algn="ctr">
              <a:lnSpc>
                <a:spcPct val="150000"/>
              </a:lnSpc>
              <a:buNone/>
              <a:tabLst>
                <a:tab algn="l" pos="0"/>
              </a:tabLst>
            </a:pPr>
            <a:r>
              <a:rPr b="0" lang="en-US" sz="1720" spc="-1" strike="noStrike">
                <a:solidFill>
                  <a:srgbClr val="695d46"/>
                </a:solidFill>
                <a:latin typeface="Open Sans"/>
                <a:ea typeface="Open Sans"/>
              </a:rPr>
              <a:t>NTU, Fall 2025</a:t>
            </a:r>
            <a:endParaRPr b="0" lang="en-US" sz="1720" spc="-1" strike="noStrike">
              <a:latin typeface="Arial"/>
            </a:endParaRPr>
          </a:p>
          <a:p>
            <a:pPr algn="ctr">
              <a:lnSpc>
                <a:spcPct val="80000"/>
              </a:lnSpc>
              <a:spcBef>
                <a:spcPts val="799"/>
              </a:spcBef>
              <a:buNone/>
              <a:tabLst>
                <a:tab algn="l" pos="0"/>
              </a:tabLst>
            </a:pPr>
            <a:r>
              <a:rPr b="0" lang="en-US" sz="1720" spc="-1" strike="noStrike">
                <a:solidFill>
                  <a:srgbClr val="695d46"/>
                </a:solidFill>
                <a:latin typeface="Open Sans"/>
                <a:ea typeface="Open Sans"/>
              </a:rPr>
              <a:t>TA: Ting-Hsun Chi, Kenneth Yang</a:t>
            </a:r>
            <a:endParaRPr b="0" lang="en-US" sz="172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Outline</a:t>
            </a:r>
            <a:endParaRPr b="0" lang="en-US" sz="3600" spc="-1" strike="noStrike">
              <a:solidFill>
                <a:srgbClr val="000000"/>
              </a:solidFill>
              <a:latin typeface="Arial"/>
            </a:endParaRPr>
          </a:p>
        </p:txBody>
      </p:sp>
      <p:sp>
        <p:nvSpPr>
          <p:cNvPr id="130"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Problems &amp; Grading</a:t>
            </a:r>
            <a:endParaRPr b="0" lang="en-US" sz="18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Dataset</a:t>
            </a:r>
            <a:endParaRPr b="0" lang="en-US" sz="18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Submission &amp; Rules</a:t>
            </a:r>
            <a:endParaRPr b="0" lang="en-US" sz="1800" spc="-1" strike="noStrike">
              <a:solidFill>
                <a:srgbClr val="000000"/>
              </a:solidFill>
              <a:latin typeface="Arial"/>
            </a:endParaRPr>
          </a:p>
          <a:p>
            <a:pPr marL="457200" indent="-343080">
              <a:lnSpc>
                <a:spcPct val="115000"/>
              </a:lnSpc>
              <a:spcBef>
                <a:spcPts val="1001"/>
              </a:spcBef>
              <a:spcAft>
                <a:spcPts val="1001"/>
              </a:spcAft>
              <a:buClr>
                <a:srgbClr val="695d46"/>
              </a:buClr>
              <a:buFont typeface="Open Sans"/>
              <a:buChar char="●"/>
            </a:pPr>
            <a:r>
              <a:rPr b="0" lang="en-US" sz="1800" spc="-1" strike="noStrike">
                <a:solidFill>
                  <a:srgbClr val="695d46"/>
                </a:solidFill>
                <a:latin typeface="Open Sans"/>
                <a:ea typeface="Open Sans"/>
              </a:rPr>
              <a:t>Supplementary</a:t>
            </a:r>
            <a:endParaRPr b="0" lang="en-US" sz="1800" spc="-1" strike="noStrike">
              <a:solidFill>
                <a:srgbClr val="000000"/>
              </a:solidFill>
              <a:latin typeface="Arial"/>
            </a:endParaRPr>
          </a:p>
        </p:txBody>
      </p:sp>
      <p:sp>
        <p:nvSpPr>
          <p:cNvPr id="131" name="PlaceHolder 3"/>
          <p:cNvSpPr>
            <a:spLocks noGrp="1"/>
          </p:cNvSpPr>
          <p:nvPr>
            <p:ph type="sldNum" idx="4"/>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14B675CA-40BB-4701-8EC3-916F99F738C2}" type="slidenum">
              <a:rPr b="0" lang="en-US" sz="1000" spc="-1" strike="noStrike">
                <a:solidFill>
                  <a:srgbClr val="695d46"/>
                </a:solidFill>
                <a:latin typeface="Open Sans"/>
                <a:ea typeface="Open Sans"/>
              </a:rPr>
              <a:t>2</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Problems – Overview</a:t>
            </a:r>
            <a:endParaRPr b="0" lang="en-US" sz="3600" spc="-1" strike="noStrike">
              <a:solidFill>
                <a:srgbClr val="000000"/>
              </a:solidFill>
              <a:latin typeface="Arial"/>
            </a:endParaRPr>
          </a:p>
        </p:txBody>
      </p:sp>
      <p:sp>
        <p:nvSpPr>
          <p:cNvPr id="133"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Problem 1: Can Generative Video Models Help Pose Estimation?  (50%)</a:t>
            </a:r>
            <a:endParaRPr b="0" lang="en-US" sz="1800" spc="-1" strike="noStrike">
              <a:solidFill>
                <a:srgbClr val="000000"/>
              </a:solidFill>
              <a:latin typeface="Arial"/>
            </a:endParaRPr>
          </a:p>
          <a:p>
            <a:pPr marL="457200" indent="-343080">
              <a:lnSpc>
                <a:spcPct val="115000"/>
              </a:lnSpc>
              <a:spcBef>
                <a:spcPts val="1001"/>
              </a:spcBef>
              <a:spcAft>
                <a:spcPts val="1001"/>
              </a:spcAft>
              <a:buClr>
                <a:srgbClr val="695d46"/>
              </a:buClr>
              <a:buFont typeface="Open Sans"/>
              <a:buChar char="●"/>
            </a:pPr>
            <a:r>
              <a:rPr b="0" lang="en-US" sz="1800" spc="-1" strike="noStrike">
                <a:solidFill>
                  <a:srgbClr val="695d46"/>
                </a:solidFill>
                <a:latin typeface="Open Sans"/>
                <a:ea typeface="Open Sans"/>
              </a:rPr>
              <a:t>Problem 2: Sparse-View 3D Gaussian Splatting (50%)</a:t>
            </a:r>
            <a:endParaRPr b="0" lang="en-US" sz="1800" spc="-1" strike="noStrike">
              <a:solidFill>
                <a:srgbClr val="000000"/>
              </a:solidFill>
              <a:latin typeface="Arial"/>
            </a:endParaRPr>
          </a:p>
        </p:txBody>
      </p:sp>
      <p:sp>
        <p:nvSpPr>
          <p:cNvPr id="134" name="PlaceHolder 3"/>
          <p:cNvSpPr>
            <a:spLocks noGrp="1"/>
          </p:cNvSpPr>
          <p:nvPr>
            <p:ph type="sldNum" idx="5"/>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27410C8D-9E28-47A2-9160-0587E64751AC}" type="slidenum">
              <a:rPr b="0" lang="en-US" sz="1000" spc="-1" strike="noStrike">
                <a:solidFill>
                  <a:srgbClr val="695d46"/>
                </a:solidFill>
                <a:latin typeface="Open Sans"/>
                <a:ea typeface="Open Sans"/>
              </a:rPr>
              <a:t>3</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311760" y="814680"/>
            <a:ext cx="8570880" cy="941760"/>
          </a:xfrm>
          <a:prstGeom prst="rect">
            <a:avLst/>
          </a:prstGeom>
          <a:noFill/>
          <a:ln w="0">
            <a:noFill/>
          </a:ln>
        </p:spPr>
        <p:txBody>
          <a:bodyPr tIns="91440" bIns="91440" anchor="ctr">
            <a:normAutofit fontScale="68000"/>
          </a:bodyPr>
          <a:p>
            <a:pPr algn="ctr">
              <a:lnSpc>
                <a:spcPct val="100000"/>
              </a:lnSpc>
              <a:buNone/>
              <a:tabLst>
                <a:tab algn="l" pos="0"/>
              </a:tabLst>
            </a:pPr>
            <a:r>
              <a:rPr b="1" lang="en-US" sz="3600" spc="-1" strike="noStrike">
                <a:solidFill>
                  <a:srgbClr val="ef6c00"/>
                </a:solidFill>
                <a:latin typeface="PT Sans Narrow"/>
                <a:ea typeface="PT Sans Narrow"/>
              </a:rPr>
              <a:t>Problem 1: Can Generative Video Models Help Pose Estimation?</a:t>
            </a:r>
            <a:endParaRPr b="0" lang="en-US" sz="3600" spc="-1" strike="noStrike">
              <a:solidFill>
                <a:srgbClr val="000000"/>
              </a:solidFill>
              <a:latin typeface="Arial"/>
            </a:endParaRPr>
          </a:p>
        </p:txBody>
      </p:sp>
      <p:sp>
        <p:nvSpPr>
          <p:cNvPr id="136" name="PlaceHolder 2"/>
          <p:cNvSpPr>
            <a:spLocks noGrp="1"/>
          </p:cNvSpPr>
          <p:nvPr>
            <p:ph type="sldNum" idx="6"/>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ffffff"/>
                </a:solidFill>
                <a:latin typeface="Open Sans"/>
                <a:ea typeface="Open Sans"/>
              </a:defRPr>
            </a:lvl1pPr>
          </a:lstStyle>
          <a:p>
            <a:pPr algn="r">
              <a:lnSpc>
                <a:spcPct val="100000"/>
              </a:lnSpc>
              <a:buNone/>
              <a:tabLst>
                <a:tab algn="l" pos="0"/>
              </a:tabLst>
            </a:pPr>
            <a:fld id="{14A39CE4-3318-4A19-B588-D53AF6D36E93}" type="slidenum">
              <a:rPr b="0" lang="en-US" sz="1000" spc="-1" strike="noStrike">
                <a:solidFill>
                  <a:srgbClr val="ffffff"/>
                </a:solidFill>
                <a:latin typeface="Open Sans"/>
                <a:ea typeface="Open Sans"/>
              </a:rPr>
              <a:t>4</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311760" y="444960"/>
            <a:ext cx="8520120" cy="707040"/>
          </a:xfrm>
          <a:prstGeom prst="rect">
            <a:avLst/>
          </a:prstGeom>
          <a:noFill/>
          <a:ln w="0">
            <a:noFill/>
          </a:ln>
        </p:spPr>
        <p:txBody>
          <a:bodyPr tIns="91440" bIns="91440" anchor="t">
            <a:noAutofit/>
          </a:bodyPr>
          <a:p>
            <a:pPr>
              <a:lnSpc>
                <a:spcPct val="100000"/>
              </a:lnSpc>
              <a:buNone/>
              <a:tabLst>
                <a:tab algn="l" pos="0"/>
              </a:tabLst>
            </a:pPr>
            <a:r>
              <a:rPr b="1" lang="en-US" sz="2840" spc="-1" strike="noStrike">
                <a:solidFill>
                  <a:srgbClr val="ef6c00"/>
                </a:solidFill>
                <a:latin typeface="PT Sans Narrow"/>
                <a:ea typeface="PT Sans Narrow"/>
              </a:rPr>
              <a:t>Problem 1: Can Generative Video Models Help Pose Estimation?</a:t>
            </a:r>
            <a:endParaRPr b="0" lang="en-US" sz="2840" spc="-1" strike="noStrike">
              <a:solidFill>
                <a:srgbClr val="000000"/>
              </a:solidFill>
              <a:latin typeface="Arial"/>
            </a:endParaRPr>
          </a:p>
        </p:txBody>
      </p:sp>
      <p:sp>
        <p:nvSpPr>
          <p:cNvPr id="138"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Task description</a:t>
            </a:r>
            <a:endParaRPr b="0" lang="en-US" sz="1800" spc="-1" strike="noStrike">
              <a:solidFill>
                <a:srgbClr val="000000"/>
              </a:solidFill>
              <a:latin typeface="Arial"/>
            </a:endParaRPr>
          </a:p>
          <a:p>
            <a:pPr lvl="1" marL="914400" indent="-324000">
              <a:lnSpc>
                <a:spcPct val="115000"/>
              </a:lnSpc>
              <a:spcBef>
                <a:spcPts val="1001"/>
              </a:spcBef>
              <a:buClr>
                <a:srgbClr val="434343"/>
              </a:buClr>
              <a:buFont typeface="Calibri"/>
              <a:buChar char="○"/>
            </a:pPr>
            <a:r>
              <a:rPr b="0" lang="en-US" sz="1500" spc="-1" strike="noStrike">
                <a:solidFill>
                  <a:srgbClr val="434343"/>
                </a:solidFill>
                <a:latin typeface="Calibri"/>
                <a:ea typeface="Calibri"/>
              </a:rPr>
              <a:t>Recent groundbreaking models like DUSt3R perform impressively in standard scenarios.</a:t>
            </a:r>
            <a:endParaRPr b="0" lang="en-US" sz="1500" spc="-1" strike="noStrike">
              <a:solidFill>
                <a:srgbClr val="000000"/>
              </a:solidFill>
              <a:latin typeface="Arial"/>
            </a:endParaRPr>
          </a:p>
          <a:p>
            <a:pPr lvl="1" marL="914400" indent="-324000">
              <a:lnSpc>
                <a:spcPct val="115000"/>
              </a:lnSpc>
              <a:buClr>
                <a:srgbClr val="434343"/>
              </a:buClr>
              <a:buFont typeface="Open Sans"/>
              <a:buChar char="○"/>
            </a:pPr>
            <a:r>
              <a:rPr b="1" lang="en-US" sz="1500" spc="-1" strike="noStrike">
                <a:solidFill>
                  <a:srgbClr val="434343"/>
                </a:solidFill>
                <a:latin typeface="Calibri"/>
                <a:ea typeface="Calibri"/>
              </a:rPr>
              <a:t>Limitation:</a:t>
            </a:r>
            <a:r>
              <a:rPr b="0" lang="en-US" sz="1500" spc="-1" strike="noStrike">
                <a:solidFill>
                  <a:srgbClr val="434343"/>
                </a:solidFill>
                <a:latin typeface="Calibri"/>
                <a:ea typeface="Calibri"/>
              </a:rPr>
              <a:t> They often fail when applied to </a:t>
            </a:r>
            <a:r>
              <a:rPr b="1" lang="en-US" sz="1500" spc="-1" strike="noStrike">
                <a:solidFill>
                  <a:srgbClr val="434343"/>
                </a:solidFill>
                <a:latin typeface="Calibri"/>
                <a:ea typeface="Calibri"/>
              </a:rPr>
              <a:t>wide-baseline</a:t>
            </a:r>
            <a:r>
              <a:rPr b="0" lang="en-US" sz="1500" spc="-1" strike="noStrike">
                <a:solidFill>
                  <a:srgbClr val="434343"/>
                </a:solidFill>
                <a:latin typeface="Calibri"/>
                <a:ea typeface="Calibri"/>
              </a:rPr>
              <a:t> image pairs.</a:t>
            </a:r>
            <a:endParaRPr b="0" lang="en-US" sz="1500" spc="-1" strike="noStrike">
              <a:solidFill>
                <a:srgbClr val="000000"/>
              </a:solidFill>
              <a:latin typeface="Arial"/>
            </a:endParaRPr>
          </a:p>
          <a:p>
            <a:pPr lvl="1" marL="914400" indent="-324000">
              <a:lnSpc>
                <a:spcPct val="115000"/>
              </a:lnSpc>
              <a:buClr>
                <a:srgbClr val="434343"/>
              </a:buClr>
              <a:buFont typeface="Calibri"/>
              <a:buChar char="○"/>
            </a:pPr>
            <a:r>
              <a:rPr b="0" lang="en-US" sz="1500" spc="-1" strike="noStrike" u="sng">
                <a:solidFill>
                  <a:srgbClr val="009668"/>
                </a:solidFill>
                <a:uFillTx/>
                <a:latin typeface="Calibri"/>
                <a:ea typeface="Calibri"/>
                <a:hlinkClick r:id="rId1"/>
              </a:rPr>
              <a:t>InterPose</a:t>
            </a:r>
            <a:r>
              <a:rPr b="0" lang="en-US" sz="1500" spc="-1" strike="noStrike">
                <a:solidFill>
                  <a:srgbClr val="434343"/>
                </a:solidFill>
                <a:latin typeface="Calibri"/>
                <a:ea typeface="Calibri"/>
              </a:rPr>
              <a:t> [CVPR'25 highlight] found that using video generative models to interpolate wide-baseline pairs can drastically boost performance.</a:t>
            </a:r>
            <a:endParaRPr b="0" lang="en-US" sz="1500" spc="-1" strike="noStrike">
              <a:solidFill>
                <a:srgbClr val="000000"/>
              </a:solidFill>
              <a:latin typeface="Arial"/>
            </a:endParaRPr>
          </a:p>
          <a:p>
            <a:pPr lvl="1" marL="914400" indent="-324000">
              <a:lnSpc>
                <a:spcPct val="115000"/>
              </a:lnSpc>
              <a:buClr>
                <a:srgbClr val="434343"/>
              </a:buClr>
              <a:buFont typeface="Calibri"/>
              <a:buChar char="○"/>
            </a:pPr>
            <a:r>
              <a:rPr b="0" lang="en-US" sz="1500" spc="-1" strike="noStrike">
                <a:solidFill>
                  <a:srgbClr val="434343"/>
                </a:solidFill>
                <a:latin typeface="Calibri"/>
                <a:ea typeface="Calibri"/>
              </a:rPr>
              <a:t>In this problem, you will run DUSt3R on both the original wide-baseline pairs and the provided interpolated sequences, and then analyze the resulting performance difference.</a:t>
            </a:r>
            <a:endParaRPr b="0" lang="en-US" sz="1500" spc="-1" strike="noStrike">
              <a:solidFill>
                <a:srgbClr val="000000"/>
              </a:solidFill>
              <a:latin typeface="Arial"/>
            </a:endParaRPr>
          </a:p>
        </p:txBody>
      </p:sp>
      <p:sp>
        <p:nvSpPr>
          <p:cNvPr id="139" name="PlaceHolder 3"/>
          <p:cNvSpPr>
            <a:spLocks noGrp="1"/>
          </p:cNvSpPr>
          <p:nvPr>
            <p:ph type="sldNum" idx="7"/>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B2EEE1CD-D91D-4FB2-93A5-D5677D318145}" type="slidenum">
              <a:rPr b="0" lang="en-US" sz="1000" spc="-1" strike="noStrike">
                <a:solidFill>
                  <a:srgbClr val="695d46"/>
                </a:solidFill>
                <a:latin typeface="Open Sans"/>
                <a:ea typeface="Open Sans"/>
              </a:rPr>
              <a:t>5</a:t>
            </a:fld>
            <a:endParaRPr b="0" lang="en-US" sz="1000" spc="-1" strike="noStrike">
              <a:latin typeface="Times New Roman"/>
            </a:endParaRPr>
          </a:p>
        </p:txBody>
      </p:sp>
      <p:pic>
        <p:nvPicPr>
          <p:cNvPr id="140" name="Google Shape;95;p17" descr=""/>
          <p:cNvPicPr/>
          <p:nvPr/>
        </p:nvPicPr>
        <p:blipFill>
          <a:blip r:embed="rId2"/>
          <a:srcRect l="0" t="0" r="0" b="2247"/>
          <a:stretch/>
        </p:blipFill>
        <p:spPr>
          <a:xfrm>
            <a:off x="1899720" y="3369240"/>
            <a:ext cx="5101920" cy="16491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74000"/>
          </a:bodyPr>
          <a:p>
            <a:pPr>
              <a:lnSpc>
                <a:spcPct val="100000"/>
              </a:lnSpc>
              <a:buNone/>
              <a:tabLst>
                <a:tab algn="l" pos="0"/>
              </a:tabLst>
            </a:pPr>
            <a:r>
              <a:rPr b="1" lang="en-US" sz="3600" spc="-1" strike="noStrike">
                <a:solidFill>
                  <a:srgbClr val="ef6c00"/>
                </a:solidFill>
                <a:latin typeface="PT Sans Narrow"/>
                <a:ea typeface="PT Sans Narrow"/>
              </a:rPr>
              <a:t>Problem 1: Evaluation             </a:t>
            </a:r>
            <a:r>
              <a:rPr b="1" lang="en-US" sz="2600" spc="-1" strike="noStrike">
                <a:solidFill>
                  <a:srgbClr val="ff0000"/>
                </a:solidFill>
                <a:latin typeface="PT Sans Narrow"/>
                <a:ea typeface="PT Sans Narrow"/>
              </a:rPr>
              <a:t>[11/16 Updated]</a:t>
            </a:r>
            <a:endParaRPr b="0" lang="en-US" sz="2600" spc="-1" strike="noStrike">
              <a:solidFill>
                <a:srgbClr val="000000"/>
              </a:solidFill>
              <a:latin typeface="Arial"/>
            </a:endParaRPr>
          </a:p>
          <a:p>
            <a:pPr>
              <a:lnSpc>
                <a:spcPct val="100000"/>
              </a:lnSpc>
              <a:buNone/>
              <a:tabLst>
                <a:tab algn="l" pos="0"/>
              </a:tabLst>
            </a:pPr>
            <a:endParaRPr b="0" lang="en-US" sz="3600" spc="-1" strike="noStrike">
              <a:solidFill>
                <a:srgbClr val="000000"/>
              </a:solidFill>
              <a:latin typeface="Arial"/>
            </a:endParaRPr>
          </a:p>
        </p:txBody>
      </p:sp>
      <p:sp>
        <p:nvSpPr>
          <p:cNvPr id="142"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a:lnSpc>
                <a:spcPct val="115000"/>
              </a:lnSpc>
              <a:buNone/>
              <a:tabLst>
                <a:tab algn="l" pos="0"/>
              </a:tabLst>
            </a:pPr>
            <a:r>
              <a:rPr b="1" lang="en-US" sz="2000" spc="-1" strike="noStrike">
                <a:solidFill>
                  <a:srgbClr val="000000"/>
                </a:solidFill>
                <a:latin typeface="Calibri"/>
                <a:ea typeface="Calibri"/>
              </a:rPr>
              <a:t>Metric:</a:t>
            </a:r>
            <a:endParaRPr b="0" lang="en-US" sz="2000" spc="-1" strike="noStrike">
              <a:solidFill>
                <a:srgbClr val="000000"/>
              </a:solidFill>
              <a:latin typeface="Arial"/>
            </a:endParaRPr>
          </a:p>
          <a:p>
            <a:pPr>
              <a:lnSpc>
                <a:spcPct val="115000"/>
              </a:lnSpc>
              <a:spcBef>
                <a:spcPts val="1199"/>
              </a:spcBef>
              <a:spcAft>
                <a:spcPts val="1199"/>
              </a:spcAft>
              <a:buNone/>
              <a:tabLst>
                <a:tab algn="l" pos="0"/>
              </a:tabLst>
            </a:pPr>
            <a:r>
              <a:rPr b="0" lang="en-US" sz="1800" spc="-1" strike="noStrike">
                <a:solidFill>
                  <a:srgbClr val="0a0a0a"/>
                </a:solidFill>
                <a:highlight>
                  <a:srgbClr val="ffffff"/>
                </a:highlight>
                <a:latin typeface="Calibri"/>
                <a:ea typeface="Calibri"/>
              </a:rPr>
              <a:t>Mean Rotation Error (MRE),  R</a:t>
            </a:r>
            <a:r>
              <a:rPr b="0" lang="en-US" sz="1800" spc="-1" strike="noStrike" baseline="-25000">
                <a:solidFill>
                  <a:srgbClr val="0a0a0a"/>
                </a:solidFill>
                <a:highlight>
                  <a:srgbClr val="ffffff"/>
                </a:highlight>
                <a:latin typeface="Calibri"/>
                <a:ea typeface="Calibri"/>
              </a:rPr>
              <a:t>Acc       </a:t>
            </a:r>
            <a:r>
              <a:rPr b="0" lang="en-US" sz="1800" spc="-1" strike="noStrike">
                <a:solidFill>
                  <a:srgbClr val="0a0a0a"/>
                </a:solidFill>
                <a:highlight>
                  <a:srgbClr val="ffffff"/>
                </a:highlight>
                <a:latin typeface="Calibri"/>
                <a:ea typeface="Calibri"/>
              </a:rPr>
              <a:t>,  AUC </a:t>
            </a:r>
            <a:endParaRPr b="0" lang="en-US" sz="1800" spc="-1" strike="noStrike">
              <a:solidFill>
                <a:srgbClr val="000000"/>
              </a:solidFill>
              <a:latin typeface="Arial"/>
            </a:endParaRPr>
          </a:p>
        </p:txBody>
      </p:sp>
      <p:sp>
        <p:nvSpPr>
          <p:cNvPr id="143" name="PlaceHolder 3"/>
          <p:cNvSpPr>
            <a:spLocks noGrp="1"/>
          </p:cNvSpPr>
          <p:nvPr>
            <p:ph type="sldNum" idx="8"/>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C817EF20-3FEF-4AC0-822B-713E85C061E1}" type="slidenum">
              <a:rPr b="0" lang="en-US" sz="1000" spc="-1" strike="noStrike">
                <a:solidFill>
                  <a:srgbClr val="695d46"/>
                </a:solidFill>
                <a:latin typeface="Open Sans"/>
                <a:ea typeface="Open Sans"/>
              </a:rPr>
              <a:t>6</a:t>
            </a:fld>
            <a:endParaRPr b="0" lang="en-US" sz="1000" spc="-1" strike="noStrike">
              <a:latin typeface="Times New Roman"/>
            </a:endParaRPr>
          </a:p>
        </p:txBody>
      </p:sp>
      <p:pic>
        <p:nvPicPr>
          <p:cNvPr id="144" name="Google Shape;103;p18" descr=""/>
          <p:cNvPicPr/>
          <p:nvPr/>
        </p:nvPicPr>
        <p:blipFill>
          <a:blip r:embed="rId1"/>
          <a:srcRect l="0" t="0" r="6017" b="0"/>
          <a:stretch/>
        </p:blipFill>
        <p:spPr>
          <a:xfrm>
            <a:off x="311760" y="2390040"/>
            <a:ext cx="4365720" cy="2272680"/>
          </a:xfrm>
          <a:prstGeom prst="rect">
            <a:avLst/>
          </a:prstGeom>
          <a:ln w="0">
            <a:noFill/>
          </a:ln>
        </p:spPr>
      </p:pic>
      <p:sp>
        <p:nvSpPr>
          <p:cNvPr id="145" name="PlaceHolder 4"/>
          <p:cNvSpPr>
            <a:spLocks noGrp="1"/>
          </p:cNvSpPr>
          <p:nvPr>
            <p:ph/>
          </p:nvPr>
        </p:nvSpPr>
        <p:spPr>
          <a:xfrm>
            <a:off x="4957200" y="1256400"/>
            <a:ext cx="4128120" cy="3406320"/>
          </a:xfrm>
          <a:prstGeom prst="rect">
            <a:avLst/>
          </a:prstGeom>
          <a:noFill/>
          <a:ln w="0">
            <a:noFill/>
          </a:ln>
        </p:spPr>
        <p:txBody>
          <a:bodyPr tIns="91440" bIns="91440" anchor="t">
            <a:normAutofit/>
          </a:bodyPr>
          <a:p>
            <a:pPr>
              <a:lnSpc>
                <a:spcPct val="115000"/>
              </a:lnSpc>
              <a:buNone/>
              <a:tabLst>
                <a:tab algn="l" pos="0"/>
              </a:tabLst>
            </a:pPr>
            <a:r>
              <a:rPr b="1" lang="en-US" sz="2000" spc="-1" strike="noStrike">
                <a:solidFill>
                  <a:srgbClr val="000000"/>
                </a:solidFill>
                <a:latin typeface="Calibri"/>
                <a:ea typeface="Calibri"/>
              </a:rPr>
              <a:t>Evaluation Script:</a:t>
            </a:r>
            <a:endParaRPr b="0" lang="en-US" sz="2000" spc="-1" strike="noStrike">
              <a:solidFill>
                <a:srgbClr val="000000"/>
              </a:solidFill>
              <a:latin typeface="Arial"/>
            </a:endParaRPr>
          </a:p>
          <a:p>
            <a:pPr>
              <a:lnSpc>
                <a:spcPct val="115000"/>
              </a:lnSpc>
              <a:spcBef>
                <a:spcPts val="1199"/>
              </a:spcBef>
              <a:buNone/>
              <a:tabLst>
                <a:tab algn="l" pos="0"/>
              </a:tabLst>
            </a:pPr>
            <a:r>
              <a:rPr b="0" lang="en-US" sz="1200" spc="-1" strike="noStrike">
                <a:solidFill>
                  <a:srgbClr val="000000"/>
                </a:solidFill>
                <a:latin typeface="Courier New"/>
                <a:ea typeface="Courier New"/>
              </a:rPr>
              <a:t>bash scripts/dust3r/public/run_check_metrics.sh</a:t>
            </a:r>
            <a:endParaRPr b="0" lang="en-US" sz="1200" spc="-1" strike="noStrike">
              <a:solidFill>
                <a:srgbClr val="000000"/>
              </a:solidFill>
              <a:latin typeface="Arial"/>
            </a:endParaRPr>
          </a:p>
          <a:p>
            <a:pPr>
              <a:lnSpc>
                <a:spcPct val="115000"/>
              </a:lnSpc>
              <a:spcBef>
                <a:spcPts val="1199"/>
              </a:spcBef>
              <a:spcAft>
                <a:spcPts val="1199"/>
              </a:spcAft>
              <a:buNone/>
              <a:tabLst>
                <a:tab algn="l" pos="0"/>
              </a:tabLst>
            </a:pPr>
            <a:endParaRPr b="0" lang="en-US" sz="1800" spc="-1" strike="noStrike">
              <a:solidFill>
                <a:srgbClr val="000000"/>
              </a:solidFill>
              <a:latin typeface="Arial"/>
            </a:endParaRPr>
          </a:p>
        </p:txBody>
      </p:sp>
      <p:sp>
        <p:nvSpPr>
          <p:cNvPr id="146" name="Google Shape;105;p18"/>
          <p:cNvSpPr/>
          <p:nvPr/>
        </p:nvSpPr>
        <p:spPr>
          <a:xfrm>
            <a:off x="5186880" y="2573640"/>
            <a:ext cx="3834000" cy="2371680"/>
          </a:xfrm>
          <a:prstGeom prst="rect">
            <a:avLst/>
          </a:prstGeom>
          <a:noFill/>
          <a:ln w="0">
            <a:noFill/>
          </a:ln>
        </p:spPr>
        <p:style>
          <a:lnRef idx="0"/>
          <a:fillRef idx="0"/>
          <a:effectRef idx="0"/>
          <a:fontRef idx="minor"/>
        </p:style>
        <p:txBody>
          <a:bodyPr tIns="91440" bIns="91440" anchor="t">
            <a:noAutofit/>
          </a:bodyPr>
          <a:p>
            <a:pPr>
              <a:lnSpc>
                <a:spcPct val="100000"/>
              </a:lnSpc>
              <a:buNone/>
              <a:tabLst>
                <a:tab algn="l" pos="0"/>
              </a:tabLst>
            </a:pPr>
            <a:r>
              <a:rPr b="1" lang="en-US" sz="1100" spc="-1" strike="noStrike">
                <a:solidFill>
                  <a:srgbClr val="ff0000"/>
                </a:solidFill>
                <a:latin typeface="Calibri"/>
                <a:ea typeface="Calibri"/>
              </a:rPr>
              <a:t>[11/16 updated]</a:t>
            </a:r>
            <a:endParaRPr b="0" lang="en-US" sz="1100" spc="-1" strike="noStrike">
              <a:latin typeface="Arial"/>
            </a:endParaRPr>
          </a:p>
          <a:p>
            <a:pPr>
              <a:lnSpc>
                <a:spcPct val="115000"/>
              </a:lnSpc>
              <a:spcBef>
                <a:spcPts val="1199"/>
              </a:spcBef>
              <a:buNone/>
              <a:tabLst>
                <a:tab algn="l" pos="0"/>
              </a:tabLst>
            </a:pPr>
            <a:r>
              <a:rPr b="0" lang="en-US" sz="1100" spc="-1" strike="noStrike">
                <a:solidFill>
                  <a:srgbClr val="ff0000"/>
                </a:solidFill>
                <a:latin typeface="Calibri"/>
                <a:ea typeface="Calibri"/>
              </a:rPr>
              <a:t>You are only required to implement the </a:t>
            </a:r>
            <a:r>
              <a:rPr b="1" lang="en-US" sz="1100" spc="-1" strike="noStrike">
                <a:solidFill>
                  <a:srgbClr val="ff0000"/>
                </a:solidFill>
                <a:latin typeface="Calibri"/>
                <a:ea typeface="Calibri"/>
              </a:rPr>
              <a:t>TODO section</a:t>
            </a:r>
            <a:r>
              <a:rPr b="0" lang="en-US" sz="1100" spc="-1" strike="noStrike">
                <a:solidFill>
                  <a:srgbClr val="ff0000"/>
                </a:solidFill>
                <a:latin typeface="Calibri"/>
                <a:ea typeface="Calibri"/>
              </a:rPr>
              <a:t> within the</a:t>
            </a:r>
            <a:r>
              <a:rPr b="1" lang="en-US" sz="1100" spc="-1" strike="noStrike">
                <a:solidFill>
                  <a:srgbClr val="ff0000"/>
                </a:solidFill>
                <a:latin typeface="Calibri"/>
                <a:ea typeface="Calibri"/>
              </a:rPr>
              <a:t> inference_one_scene</a:t>
            </a:r>
            <a:r>
              <a:rPr b="0" lang="en-US" sz="1100" spc="-1" strike="noStrike">
                <a:solidFill>
                  <a:srgbClr val="ff0000"/>
                </a:solidFill>
                <a:latin typeface="Calibri"/>
                <a:ea typeface="Calibri"/>
              </a:rPr>
              <a:t> function in</a:t>
            </a:r>
            <a:r>
              <a:rPr b="1" lang="en-US" sz="1100" spc="-1" strike="noStrike">
                <a:solidFill>
                  <a:srgbClr val="ff0000"/>
                </a:solidFill>
                <a:latin typeface="Calibri"/>
                <a:ea typeface="Calibri"/>
              </a:rPr>
              <a:t> dust3r_inference.py</a:t>
            </a:r>
            <a:r>
              <a:rPr b="0" lang="en-US" sz="1100" spc="-1" strike="noStrike">
                <a:solidFill>
                  <a:srgbClr val="ff0000"/>
                </a:solidFill>
                <a:latin typeface="Calibri"/>
                <a:ea typeface="Calibri"/>
              </a:rPr>
              <a:t>.</a:t>
            </a:r>
            <a:endParaRPr b="0" lang="en-US" sz="1100" spc="-1" strike="noStrike">
              <a:latin typeface="Arial"/>
            </a:endParaRPr>
          </a:p>
          <a:p>
            <a:pPr>
              <a:lnSpc>
                <a:spcPct val="115000"/>
              </a:lnSpc>
              <a:spcBef>
                <a:spcPts val="1199"/>
              </a:spcBef>
              <a:buNone/>
              <a:tabLst>
                <a:tab algn="l" pos="0"/>
              </a:tabLst>
            </a:pPr>
            <a:r>
              <a:rPr b="0" lang="en-US" sz="1100" spc="-1" strike="noStrike">
                <a:solidFill>
                  <a:srgbClr val="ff0000"/>
                </a:solidFill>
                <a:latin typeface="Calibri"/>
                <a:ea typeface="Calibri"/>
              </a:rPr>
              <a:t>If implemented correctly, </a:t>
            </a:r>
            <a:r>
              <a:rPr b="1" lang="en-US" sz="1100" spc="-1" strike="noStrike">
                <a:solidFill>
                  <a:srgbClr val="ff0000"/>
                </a:solidFill>
                <a:latin typeface="Calibri"/>
                <a:ea typeface="Calibri"/>
              </a:rPr>
              <a:t>your code will produce the same results as the TA's solution when run in the TA's environment</a:t>
            </a:r>
            <a:r>
              <a:rPr b="0" lang="en-US" sz="1100" spc="-1" strike="noStrike">
                <a:solidFill>
                  <a:srgbClr val="ff0000"/>
                </a:solidFill>
                <a:latin typeface="Calibri"/>
                <a:ea typeface="Calibri"/>
              </a:rPr>
              <a:t>. Due to variances in hardware (device) and package versions,</a:t>
            </a:r>
            <a:r>
              <a:rPr b="1" lang="en-US" sz="1100" spc="-1" strike="noStrike">
                <a:solidFill>
                  <a:srgbClr val="ff0000"/>
                </a:solidFill>
                <a:latin typeface="Calibri"/>
                <a:ea typeface="Calibri"/>
              </a:rPr>
              <a:t> you may observe minor differences when executing the code on your end.</a:t>
            </a:r>
            <a:endParaRPr b="0" lang="en-US" sz="1100" spc="-1" strike="noStrike">
              <a:latin typeface="Arial"/>
            </a:endParaRPr>
          </a:p>
          <a:p>
            <a:pPr>
              <a:lnSpc>
                <a:spcPct val="100000"/>
              </a:lnSpc>
              <a:spcBef>
                <a:spcPts val="1199"/>
              </a:spcBef>
              <a:buNone/>
              <a:tabLst>
                <a:tab algn="l" pos="0"/>
              </a:tabLst>
            </a:pPr>
            <a:br>
              <a:rPr sz="800"/>
            </a:b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1000"/>
          </a:bodyPr>
          <a:p>
            <a:pPr>
              <a:lnSpc>
                <a:spcPct val="100000"/>
              </a:lnSpc>
              <a:buNone/>
              <a:tabLst>
                <a:tab algn="l" pos="0"/>
              </a:tabLst>
            </a:pPr>
            <a:r>
              <a:rPr b="1" lang="en-US" sz="3600" spc="-1" strike="noStrike">
                <a:solidFill>
                  <a:srgbClr val="ef6c00"/>
                </a:solidFill>
                <a:latin typeface="PT Sans Narrow"/>
                <a:ea typeface="PT Sans Narrow"/>
              </a:rPr>
              <a:t>Problem 1: Grading – Report (30%)</a:t>
            </a:r>
            <a:endParaRPr b="0" lang="en-US" sz="3600" spc="-1" strike="noStrike">
              <a:solidFill>
                <a:srgbClr val="000000"/>
              </a:solidFill>
              <a:latin typeface="Arial"/>
            </a:endParaRPr>
          </a:p>
        </p:txBody>
      </p:sp>
      <p:sp>
        <p:nvSpPr>
          <p:cNvPr id="148"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Q1 (10%)</a:t>
            </a:r>
            <a:endParaRPr b="0" lang="en-US" sz="1800" spc="-1" strike="noStrike">
              <a:solidFill>
                <a:srgbClr val="000000"/>
              </a:solidFill>
              <a:latin typeface="Arial"/>
            </a:endParaRPr>
          </a:p>
          <a:p>
            <a:pPr lvl="1" marL="914400" indent="-343080">
              <a:lnSpc>
                <a:spcPct val="115000"/>
              </a:lnSpc>
              <a:spcBef>
                <a:spcPts val="1001"/>
              </a:spcBef>
              <a:buClr>
                <a:srgbClr val="695d46"/>
              </a:buClr>
              <a:buFont typeface="Open Sans"/>
              <a:buChar char="○"/>
            </a:pPr>
            <a:r>
              <a:rPr b="0" lang="en-US" sz="1500" spc="-1" strike="noStrike">
                <a:solidFill>
                  <a:srgbClr val="000000"/>
                </a:solidFill>
                <a:latin typeface="Calibri"/>
                <a:ea typeface="Calibri"/>
              </a:rPr>
              <a:t>Explain the </a:t>
            </a:r>
            <a:r>
              <a:rPr b="0" lang="en-US" sz="1500" spc="-1" strike="noStrike" u="sng">
                <a:solidFill>
                  <a:srgbClr val="009668"/>
                </a:solidFill>
                <a:uFillTx/>
                <a:latin typeface="Calibri"/>
                <a:ea typeface="Calibri"/>
                <a:hlinkClick r:id="rId1"/>
              </a:rPr>
              <a:t>DUSt3R</a:t>
            </a:r>
            <a:r>
              <a:rPr b="0" lang="en-US" sz="1500" spc="-1" strike="noStrike">
                <a:solidFill>
                  <a:srgbClr val="000000"/>
                </a:solidFill>
                <a:latin typeface="Calibri"/>
                <a:ea typeface="Calibri"/>
              </a:rPr>
              <a:t> and </a:t>
            </a:r>
            <a:r>
              <a:rPr b="0" lang="en-US" sz="1500" spc="-1" strike="noStrike" u="sng">
                <a:solidFill>
                  <a:srgbClr val="009668"/>
                </a:solidFill>
                <a:uFillTx/>
                <a:latin typeface="Calibri"/>
                <a:ea typeface="Calibri"/>
                <a:hlinkClick r:id="rId2"/>
              </a:rPr>
              <a:t>VGGT</a:t>
            </a:r>
            <a:r>
              <a:rPr b="0" lang="en-US" sz="1500" spc="-1" strike="noStrike">
                <a:solidFill>
                  <a:srgbClr val="000000"/>
                </a:solidFill>
                <a:latin typeface="Calibri"/>
                <a:ea typeface="Calibri"/>
              </a:rPr>
              <a:t> models and </a:t>
            </a:r>
            <a:r>
              <a:rPr b="1" lang="en-US" sz="1500" spc="-1" strike="noStrike">
                <a:solidFill>
                  <a:srgbClr val="000000"/>
                </a:solidFill>
                <a:latin typeface="Calibri"/>
                <a:ea typeface="Calibri"/>
              </a:rPr>
              <a:t>analyze their key differences</a:t>
            </a:r>
            <a:r>
              <a:rPr b="0" lang="en-US" sz="1500" spc="-1" strike="noStrike">
                <a:solidFill>
                  <a:srgbClr val="000000"/>
                </a:solidFill>
                <a:latin typeface="Calibri"/>
                <a:ea typeface="Calibri"/>
              </a:rPr>
              <a:t>. (5%)</a:t>
            </a:r>
            <a:endParaRPr b="0" lang="en-US" sz="1500" spc="-1" strike="noStrike">
              <a:solidFill>
                <a:srgbClr val="000000"/>
              </a:solidFill>
              <a:latin typeface="Arial"/>
            </a:endParaRPr>
          </a:p>
          <a:p>
            <a:pPr lvl="1" marL="914400" indent="-343080">
              <a:lnSpc>
                <a:spcPct val="115000"/>
              </a:lnSpc>
              <a:spcBef>
                <a:spcPts val="1001"/>
              </a:spcBef>
              <a:buClr>
                <a:srgbClr val="695d46"/>
              </a:buClr>
              <a:buFont typeface="Open Sans"/>
              <a:buChar char="○"/>
            </a:pPr>
            <a:r>
              <a:rPr b="1" lang="en-US" sz="1500" spc="-1" strike="noStrike">
                <a:solidFill>
                  <a:srgbClr val="000000"/>
                </a:solidFill>
                <a:latin typeface="Calibri"/>
                <a:ea typeface="Calibri"/>
              </a:rPr>
              <a:t>Run a demo</a:t>
            </a:r>
            <a:r>
              <a:rPr b="0" lang="en-US" sz="1500" spc="-1" strike="noStrike">
                <a:solidFill>
                  <a:srgbClr val="000000"/>
                </a:solidFill>
                <a:latin typeface="Calibri"/>
                <a:ea typeface="Calibri"/>
              </a:rPr>
              <a:t> of DUSt3R using your own image sequence and </a:t>
            </a:r>
            <a:r>
              <a:rPr b="1" lang="en-US" sz="1500" spc="-1" strike="noStrike">
                <a:solidFill>
                  <a:srgbClr val="000000"/>
                </a:solidFill>
                <a:latin typeface="Calibri"/>
                <a:ea typeface="Calibri"/>
              </a:rPr>
              <a:t>present the results</a:t>
            </a:r>
            <a:r>
              <a:rPr b="0" lang="en-US" sz="1500" spc="-1" strike="noStrike">
                <a:solidFill>
                  <a:srgbClr val="000000"/>
                </a:solidFill>
                <a:latin typeface="Calibri"/>
                <a:ea typeface="Calibri"/>
              </a:rPr>
              <a:t>. (5%)</a:t>
            </a:r>
            <a:endParaRPr b="0" lang="en-US" sz="1500" spc="-1" strike="noStrike">
              <a:solidFill>
                <a:srgbClr val="000000"/>
              </a:solidFill>
              <a:latin typeface="Arial"/>
            </a:endParaRPr>
          </a:p>
          <a:p>
            <a:pPr marL="914400">
              <a:lnSpc>
                <a:spcPct val="115000"/>
              </a:lnSpc>
              <a:spcBef>
                <a:spcPts val="1001"/>
              </a:spcBef>
              <a:spcAft>
                <a:spcPts val="1001"/>
              </a:spcAft>
              <a:buNone/>
              <a:tabLst>
                <a:tab algn="l" pos="0"/>
              </a:tabLst>
            </a:pPr>
            <a:endParaRPr b="0" lang="en-US" sz="1800" spc="-1" strike="noStrike">
              <a:solidFill>
                <a:srgbClr val="000000"/>
              </a:solidFill>
              <a:latin typeface="Arial"/>
            </a:endParaRPr>
          </a:p>
        </p:txBody>
      </p:sp>
      <p:sp>
        <p:nvSpPr>
          <p:cNvPr id="149" name="PlaceHolder 3"/>
          <p:cNvSpPr>
            <a:spLocks noGrp="1"/>
          </p:cNvSpPr>
          <p:nvPr>
            <p:ph type="sldNum" idx="9"/>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CDAA36A5-A138-4B4B-A8DD-91637254BE6B}" type="slidenum">
              <a:rPr b="0" lang="en-US" sz="1000" spc="-1" strike="noStrike">
                <a:solidFill>
                  <a:srgbClr val="695d46"/>
                </a:solidFill>
                <a:latin typeface="Open Sans"/>
                <a:ea typeface="Open Sans"/>
              </a:rPr>
              <a:t>7</a:t>
            </a:fld>
            <a:endParaRPr b="0" lang="en-US" sz="1000" spc="-1" strike="noStrike">
              <a:latin typeface="Times New Roman"/>
            </a:endParaRPr>
          </a:p>
        </p:txBody>
      </p:sp>
      <p:pic>
        <p:nvPicPr>
          <p:cNvPr id="150" name="Google Shape;113;p19" descr=""/>
          <p:cNvPicPr/>
          <p:nvPr/>
        </p:nvPicPr>
        <p:blipFill>
          <a:blip r:embed="rId3"/>
          <a:stretch/>
        </p:blipFill>
        <p:spPr>
          <a:xfrm>
            <a:off x="1199160" y="2872800"/>
            <a:ext cx="2565720" cy="1956240"/>
          </a:xfrm>
          <a:prstGeom prst="rect">
            <a:avLst/>
          </a:prstGeom>
          <a:ln w="0">
            <a:noFill/>
          </a:ln>
        </p:spPr>
      </p:pic>
      <p:pic>
        <p:nvPicPr>
          <p:cNvPr id="151" name="Google Shape;114;p19" descr=""/>
          <p:cNvPicPr/>
          <p:nvPr/>
        </p:nvPicPr>
        <p:blipFill>
          <a:blip r:embed="rId4"/>
          <a:stretch/>
        </p:blipFill>
        <p:spPr>
          <a:xfrm>
            <a:off x="4019040" y="2872800"/>
            <a:ext cx="2803680" cy="195624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59000"/>
          </a:bodyPr>
          <a:p>
            <a:pPr>
              <a:lnSpc>
                <a:spcPct val="100000"/>
              </a:lnSpc>
              <a:buNone/>
              <a:tabLst>
                <a:tab algn="l" pos="0"/>
              </a:tabLst>
            </a:pPr>
            <a:r>
              <a:rPr b="1" lang="en-US" sz="3600" spc="-1" strike="noStrike">
                <a:solidFill>
                  <a:srgbClr val="ef6c00"/>
                </a:solidFill>
                <a:latin typeface="PT Sans Narrow"/>
                <a:ea typeface="PT Sans Narrow"/>
              </a:rPr>
              <a:t>Problem 1: Grading – Report (30%)             </a:t>
            </a:r>
            <a:r>
              <a:rPr b="1" lang="en-US" sz="2600" spc="-1" strike="noStrike">
                <a:solidFill>
                  <a:srgbClr val="ff0000"/>
                </a:solidFill>
                <a:latin typeface="PT Sans Narrow"/>
                <a:ea typeface="PT Sans Narrow"/>
              </a:rPr>
              <a:t>[11/16 Updated]</a:t>
            </a:r>
            <a:endParaRPr b="0" lang="en-US" sz="2600" spc="-1" strike="noStrike">
              <a:solidFill>
                <a:srgbClr val="000000"/>
              </a:solidFill>
              <a:latin typeface="Arial"/>
            </a:endParaRPr>
          </a:p>
          <a:p>
            <a:pPr>
              <a:lnSpc>
                <a:spcPct val="100000"/>
              </a:lnSpc>
              <a:buNone/>
              <a:tabLst>
                <a:tab algn="l" pos="0"/>
              </a:tabLst>
            </a:pPr>
            <a:endParaRPr b="0" lang="en-US" sz="3600" spc="-1" strike="noStrike">
              <a:solidFill>
                <a:srgbClr val="000000"/>
              </a:solidFill>
              <a:latin typeface="Arial"/>
            </a:endParaRPr>
          </a:p>
        </p:txBody>
      </p:sp>
      <p:sp>
        <p:nvSpPr>
          <p:cNvPr id="153" name="PlaceHolder 2"/>
          <p:cNvSpPr>
            <a:spLocks noGrp="1"/>
          </p:cNvSpPr>
          <p:nvPr>
            <p:ph/>
          </p:nvPr>
        </p:nvSpPr>
        <p:spPr>
          <a:xfrm>
            <a:off x="311760" y="1266480"/>
            <a:ext cx="8635320" cy="387684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Q2 (10%)</a:t>
            </a:r>
            <a:endParaRPr b="0" lang="en-US" sz="1800" spc="-1" strike="noStrike">
              <a:solidFill>
                <a:srgbClr val="000000"/>
              </a:solidFill>
              <a:latin typeface="Arial"/>
            </a:endParaRPr>
          </a:p>
          <a:p>
            <a:pPr marL="457200">
              <a:lnSpc>
                <a:spcPct val="115000"/>
              </a:lnSpc>
              <a:spcBef>
                <a:spcPts val="1199"/>
              </a:spcBef>
              <a:buNone/>
              <a:tabLst>
                <a:tab algn="l" pos="0"/>
              </a:tabLst>
            </a:pPr>
            <a:r>
              <a:rPr b="1" lang="en-US" sz="1500" spc="-1" strike="noStrike">
                <a:solidFill>
                  <a:srgbClr val="000000"/>
                </a:solidFill>
                <a:latin typeface="Calibri"/>
                <a:ea typeface="Calibri"/>
              </a:rPr>
              <a:t>(1) Quantitative Evaluation </a:t>
            </a:r>
            <a:r>
              <a:rPr b="1" lang="en-US" sz="1500" spc="-1" strike="noStrike">
                <a:solidFill>
                  <a:srgbClr val="ff0000"/>
                </a:solidFill>
                <a:latin typeface="Calibri"/>
                <a:ea typeface="Calibri"/>
              </a:rPr>
              <a:t>(On Public Dataset)</a:t>
            </a:r>
            <a:r>
              <a:rPr b="0" lang="en-US" sz="1500" spc="-1" strike="noStrike">
                <a:solidFill>
                  <a:srgbClr val="000000"/>
                </a:solidFill>
                <a:latin typeface="Calibri"/>
                <a:ea typeface="Calibri"/>
              </a:rPr>
              <a:t>   </a:t>
            </a:r>
            <a:r>
              <a:rPr b="1" lang="en-US" sz="1500" spc="-1" strike="noStrike">
                <a:solidFill>
                  <a:srgbClr val="000000"/>
                </a:solidFill>
                <a:latin typeface="Calibri"/>
                <a:ea typeface="Calibri"/>
              </a:rPr>
              <a:t>(5%) </a:t>
            </a:r>
            <a:endParaRPr b="0" lang="en-US" sz="1500" spc="-1" strike="noStrike">
              <a:solidFill>
                <a:srgbClr val="000000"/>
              </a:solidFill>
              <a:latin typeface="Arial"/>
            </a:endParaRPr>
          </a:p>
          <a:p>
            <a:pPr marL="1371600" indent="-324000">
              <a:lnSpc>
                <a:spcPct val="115000"/>
              </a:lnSpc>
              <a:spcBef>
                <a:spcPts val="1199"/>
              </a:spcBef>
              <a:buClr>
                <a:srgbClr val="000000"/>
              </a:buClr>
              <a:buFont typeface="Arial"/>
              <a:buChar char="●"/>
              <a:tabLst>
                <a:tab algn="l" pos="0"/>
              </a:tabLst>
            </a:pPr>
            <a:r>
              <a:rPr b="0" lang="en-US" sz="1500" spc="-1" strike="noStrike">
                <a:solidFill>
                  <a:srgbClr val="000000"/>
                </a:solidFill>
                <a:latin typeface="Calibri"/>
                <a:ea typeface="Calibri"/>
              </a:rPr>
              <a:t>Run DUSt3R on the </a:t>
            </a:r>
            <a:r>
              <a:rPr b="1" lang="en-US" sz="1500" spc="-1" strike="noStrike">
                <a:solidFill>
                  <a:srgbClr val="000000"/>
                </a:solidFill>
                <a:latin typeface="Calibri"/>
                <a:ea typeface="Calibri"/>
              </a:rPr>
              <a:t>original wide-baseline pairs</a:t>
            </a:r>
            <a:r>
              <a:rPr b="0" lang="en-US" sz="1500" spc="-1" strike="noStrike">
                <a:solidFill>
                  <a:srgbClr val="000000"/>
                </a:solidFill>
                <a:latin typeface="Calibri"/>
                <a:ea typeface="Calibri"/>
              </a:rPr>
              <a:t> and the </a:t>
            </a:r>
            <a:r>
              <a:rPr b="1" lang="en-US" sz="1500" spc="-1" strike="noStrike">
                <a:solidFill>
                  <a:srgbClr val="000000"/>
                </a:solidFill>
                <a:latin typeface="Calibri"/>
                <a:ea typeface="Calibri"/>
              </a:rPr>
              <a:t>interpolated sequences </a:t>
            </a:r>
            <a:r>
              <a:rPr b="1" lang="en-US" sz="1500" spc="-1" strike="noStrike">
                <a:solidFill>
                  <a:srgbClr val="ff0000"/>
                </a:solidFill>
                <a:latin typeface="Calibri"/>
                <a:ea typeface="Calibri"/>
              </a:rPr>
              <a:t>.</a:t>
            </a:r>
            <a:endParaRPr b="0" lang="en-US" sz="1500" spc="-1" strike="noStrike">
              <a:solidFill>
                <a:srgbClr val="000000"/>
              </a:solidFill>
              <a:latin typeface="Arial"/>
            </a:endParaRPr>
          </a:p>
          <a:p>
            <a:pPr marL="1371600" indent="-324000">
              <a:lnSpc>
                <a:spcPct val="115000"/>
              </a:lnSpc>
              <a:buClr>
                <a:srgbClr val="000000"/>
              </a:buClr>
              <a:buFont typeface="Calibri"/>
              <a:buChar char="●"/>
              <a:tabLst>
                <a:tab algn="l" pos="0"/>
              </a:tabLst>
            </a:pPr>
            <a:r>
              <a:rPr b="0" lang="en-US" sz="1500" spc="-1" strike="noStrike">
                <a:solidFill>
                  <a:srgbClr val="000000"/>
                </a:solidFill>
                <a:latin typeface="Calibri"/>
                <a:ea typeface="Calibri"/>
              </a:rPr>
              <a:t>Report the final evaluation summary  for both runs.</a:t>
            </a:r>
            <a:endParaRPr b="0" lang="en-US" sz="1500" spc="-1" strike="noStrike">
              <a:solidFill>
                <a:srgbClr val="000000"/>
              </a:solidFill>
              <a:latin typeface="Arial"/>
            </a:endParaRPr>
          </a:p>
          <a:p>
            <a:pPr marL="914400">
              <a:lnSpc>
                <a:spcPct val="115000"/>
              </a:lnSpc>
              <a:spcBef>
                <a:spcPts val="1199"/>
              </a:spcBef>
              <a:buNone/>
              <a:tabLst>
                <a:tab algn="l" pos="0"/>
              </a:tabLst>
            </a:pPr>
            <a:endParaRPr b="0" lang="en-US" sz="2170" spc="-1" strike="noStrike">
              <a:solidFill>
                <a:srgbClr val="000000"/>
              </a:solidFill>
              <a:latin typeface="Arial"/>
            </a:endParaRPr>
          </a:p>
          <a:p>
            <a:pPr marL="1371600">
              <a:lnSpc>
                <a:spcPct val="115000"/>
              </a:lnSpc>
              <a:spcBef>
                <a:spcPts val="1199"/>
              </a:spcBef>
              <a:buNone/>
              <a:tabLst>
                <a:tab algn="l" pos="0"/>
              </a:tabLst>
            </a:pPr>
            <a:endParaRPr b="0" lang="en-US" sz="1500" spc="-1" strike="noStrike">
              <a:solidFill>
                <a:srgbClr val="000000"/>
              </a:solidFill>
              <a:latin typeface="Arial"/>
            </a:endParaRPr>
          </a:p>
          <a:p>
            <a:pPr marL="914400">
              <a:lnSpc>
                <a:spcPct val="115000"/>
              </a:lnSpc>
              <a:spcBef>
                <a:spcPts val="1001"/>
              </a:spcBef>
              <a:spcAft>
                <a:spcPts val="1001"/>
              </a:spcAft>
              <a:buNone/>
              <a:tabLst>
                <a:tab algn="l" pos="0"/>
              </a:tabLst>
            </a:pPr>
            <a:endParaRPr b="0" lang="en-US" sz="1500" spc="-1" strike="noStrike">
              <a:solidFill>
                <a:srgbClr val="000000"/>
              </a:solidFill>
              <a:latin typeface="Arial"/>
            </a:endParaRPr>
          </a:p>
        </p:txBody>
      </p:sp>
      <p:sp>
        <p:nvSpPr>
          <p:cNvPr id="154" name="PlaceHolder 3"/>
          <p:cNvSpPr>
            <a:spLocks noGrp="1"/>
          </p:cNvSpPr>
          <p:nvPr>
            <p:ph type="sldNum" idx="10"/>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7EEC6234-CBCB-4FAB-A5D4-1B9428626D4A}" type="slidenum">
              <a:rPr b="0" lang="en-US" sz="1000" spc="-1" strike="noStrike">
                <a:solidFill>
                  <a:srgbClr val="695d46"/>
                </a:solidFill>
                <a:latin typeface="Open Sans"/>
                <a:ea typeface="Open Sans"/>
              </a:rPr>
              <a:t>8</a:t>
            </a:fld>
            <a:endParaRPr b="0" lang="en-US" sz="1000" spc="-1" strike="noStrike">
              <a:latin typeface="Times New Roman"/>
            </a:endParaRPr>
          </a:p>
        </p:txBody>
      </p:sp>
      <p:pic>
        <p:nvPicPr>
          <p:cNvPr id="155" name="Google Shape;122;p20" descr=""/>
          <p:cNvPicPr/>
          <p:nvPr/>
        </p:nvPicPr>
        <p:blipFill>
          <a:blip r:embed="rId1"/>
          <a:stretch/>
        </p:blipFill>
        <p:spPr>
          <a:xfrm>
            <a:off x="5071320" y="3096720"/>
            <a:ext cx="3605400" cy="1770840"/>
          </a:xfrm>
          <a:prstGeom prst="rect">
            <a:avLst/>
          </a:prstGeom>
          <a:ln w="0">
            <a:noFill/>
          </a:ln>
        </p:spPr>
      </p:pic>
      <p:pic>
        <p:nvPicPr>
          <p:cNvPr id="156" name="Google Shape;123;p20" descr=""/>
          <p:cNvPicPr/>
          <p:nvPr/>
        </p:nvPicPr>
        <p:blipFill>
          <a:blip r:embed="rId2"/>
          <a:stretch/>
        </p:blipFill>
        <p:spPr>
          <a:xfrm>
            <a:off x="922320" y="3096720"/>
            <a:ext cx="3786840" cy="1770840"/>
          </a:xfrm>
          <a:prstGeom prst="rect">
            <a:avLst/>
          </a:prstGeom>
          <a:ln w="0">
            <a:noFill/>
          </a:ln>
        </p:spPr>
      </p:pic>
      <p:sp>
        <p:nvSpPr>
          <p:cNvPr id="157" name="Google Shape;124;p20"/>
          <p:cNvSpPr/>
          <p:nvPr/>
        </p:nvSpPr>
        <p:spPr>
          <a:xfrm>
            <a:off x="5481720" y="1347480"/>
            <a:ext cx="3089880" cy="772200"/>
          </a:xfrm>
          <a:prstGeom prst="rect">
            <a:avLst/>
          </a:prstGeom>
          <a:noFill/>
          <a:ln w="0">
            <a:noFill/>
          </a:ln>
        </p:spPr>
        <p:style>
          <a:lnRef idx="0"/>
          <a:fillRef idx="0"/>
          <a:effectRef idx="0"/>
          <a:fontRef idx="minor"/>
        </p:style>
        <p:txBody>
          <a:bodyPr tIns="91440" bIns="91440" anchor="t">
            <a:noAutofit/>
          </a:bodyPr>
          <a:p>
            <a:pPr>
              <a:lnSpc>
                <a:spcPct val="100000"/>
              </a:lnSpc>
              <a:buNone/>
              <a:tabLst>
                <a:tab algn="l" pos="0"/>
              </a:tabLst>
            </a:pPr>
            <a:r>
              <a:rPr b="1" lang="en-US" sz="1100" spc="-1" strike="noStrike">
                <a:solidFill>
                  <a:srgbClr val="ff0000"/>
                </a:solidFill>
                <a:latin typeface="Calibri"/>
                <a:ea typeface="Calibri"/>
              </a:rPr>
              <a:t>[11/16 updated]</a:t>
            </a:r>
            <a:endParaRPr b="0" lang="en-US" sz="1100" spc="-1" strike="noStrike">
              <a:latin typeface="Arial"/>
            </a:endParaRPr>
          </a:p>
          <a:p>
            <a:pPr>
              <a:lnSpc>
                <a:spcPct val="100000"/>
              </a:lnSpc>
              <a:buNone/>
              <a:tabLst>
                <a:tab algn="l" pos="0"/>
              </a:tabLst>
            </a:pPr>
            <a:r>
              <a:rPr b="0" lang="en-US" sz="800" spc="-1" strike="noStrike">
                <a:solidFill>
                  <a:srgbClr val="ff0000"/>
                </a:solidFill>
                <a:latin typeface="Calibri"/>
                <a:ea typeface="Calibri"/>
              </a:rPr>
              <a:t>Due to variations in </a:t>
            </a:r>
            <a:r>
              <a:rPr b="1" lang="en-US" sz="800" spc="-1" strike="noStrike">
                <a:solidFill>
                  <a:srgbClr val="ff0000"/>
                </a:solidFill>
                <a:latin typeface="Calibri"/>
                <a:ea typeface="Calibri"/>
              </a:rPr>
              <a:t>device or package versions</a:t>
            </a:r>
            <a:r>
              <a:rPr b="0" lang="en-US" sz="800" spc="-1" strike="noStrike">
                <a:solidFill>
                  <a:srgbClr val="ff0000"/>
                </a:solidFill>
                <a:latin typeface="Calibri"/>
                <a:ea typeface="Calibri"/>
              </a:rPr>
              <a:t>, the execution results </a:t>
            </a:r>
            <a:r>
              <a:rPr b="1" lang="en-US" sz="800" spc="-1" strike="noStrike">
                <a:solidFill>
                  <a:srgbClr val="ff0000"/>
                </a:solidFill>
                <a:latin typeface="Calibri"/>
                <a:ea typeface="Calibri"/>
              </a:rPr>
              <a:t>may exhibit minor discrepancies</a:t>
            </a:r>
            <a:r>
              <a:rPr b="0" lang="en-US" sz="800" spc="-1" strike="noStrike">
                <a:solidFill>
                  <a:srgbClr val="ff0000"/>
                </a:solidFill>
                <a:latin typeface="Calibri"/>
                <a:ea typeface="Calibri"/>
              </a:rPr>
              <a:t>. However, you should still observe a </a:t>
            </a:r>
            <a:r>
              <a:rPr b="1" lang="en-US" sz="800" spc="-1" strike="noStrike">
                <a:solidFill>
                  <a:srgbClr val="ff0000"/>
                </a:solidFill>
                <a:latin typeface="Calibri"/>
                <a:ea typeface="Calibri"/>
              </a:rPr>
              <a:t>clear performance gap</a:t>
            </a:r>
            <a:r>
              <a:rPr b="0" lang="en-US" sz="800" spc="-1" strike="noStrike">
                <a:solidFill>
                  <a:srgbClr val="ff0000"/>
                </a:solidFill>
                <a:latin typeface="Calibri"/>
                <a:ea typeface="Calibri"/>
              </a:rPr>
              <a:t> between </a:t>
            </a:r>
            <a:r>
              <a:rPr b="1" lang="en-US" sz="800" spc="-1" strike="noStrike">
                <a:solidFill>
                  <a:srgbClr val="ff0000"/>
                </a:solidFill>
                <a:latin typeface="Calibri"/>
                <a:ea typeface="Calibri"/>
              </a:rPr>
              <a:t>Pair Input</a:t>
            </a:r>
            <a:r>
              <a:rPr b="0" lang="en-US" sz="800" spc="-1" strike="noStrike">
                <a:solidFill>
                  <a:srgbClr val="ff0000"/>
                </a:solidFill>
                <a:latin typeface="Calibri"/>
                <a:ea typeface="Calibri"/>
              </a:rPr>
              <a:t> and </a:t>
            </a:r>
            <a:r>
              <a:rPr b="1" lang="en-US" sz="800" spc="-1" strike="noStrike">
                <a:solidFill>
                  <a:srgbClr val="ff0000"/>
                </a:solidFill>
                <a:latin typeface="Calibri"/>
                <a:ea typeface="Calibri"/>
              </a:rPr>
              <a:t>Video Input</a:t>
            </a:r>
            <a:r>
              <a:rPr b="0" lang="en-US" sz="800" spc="-1" strike="noStrike">
                <a:solidFill>
                  <a:srgbClr val="ff0000"/>
                </a:solidFill>
                <a:latin typeface="Calibri"/>
                <a:ea typeface="Calibri"/>
              </a:rPr>
              <a:t>.</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59000"/>
          </a:bodyPr>
          <a:p>
            <a:pPr>
              <a:lnSpc>
                <a:spcPct val="100000"/>
              </a:lnSpc>
              <a:buNone/>
              <a:tabLst>
                <a:tab algn="l" pos="0"/>
              </a:tabLst>
            </a:pPr>
            <a:r>
              <a:rPr b="1" lang="en-US" sz="3600" spc="-1" strike="noStrike">
                <a:solidFill>
                  <a:srgbClr val="ef6c00"/>
                </a:solidFill>
                <a:latin typeface="PT Sans Narrow"/>
                <a:ea typeface="PT Sans Narrow"/>
              </a:rPr>
              <a:t>Problem 1: Grading – Report (30%)             </a:t>
            </a:r>
            <a:r>
              <a:rPr b="1" lang="en-US" sz="2600" spc="-1" strike="noStrike">
                <a:solidFill>
                  <a:srgbClr val="ff0000"/>
                </a:solidFill>
                <a:latin typeface="PT Sans Narrow"/>
                <a:ea typeface="PT Sans Narrow"/>
              </a:rPr>
              <a:t>[11/14 Updated]</a:t>
            </a:r>
            <a:endParaRPr b="0" lang="en-US" sz="2600" spc="-1" strike="noStrike">
              <a:solidFill>
                <a:srgbClr val="000000"/>
              </a:solidFill>
              <a:latin typeface="Arial"/>
            </a:endParaRPr>
          </a:p>
        </p:txBody>
      </p:sp>
      <p:sp>
        <p:nvSpPr>
          <p:cNvPr id="159" name="PlaceHolder 2"/>
          <p:cNvSpPr>
            <a:spLocks noGrp="1"/>
          </p:cNvSpPr>
          <p:nvPr>
            <p:ph/>
          </p:nvPr>
        </p:nvSpPr>
        <p:spPr>
          <a:xfrm>
            <a:off x="311760" y="1266480"/>
            <a:ext cx="8635320" cy="3876840"/>
          </a:xfrm>
          <a:prstGeom prst="rect">
            <a:avLst/>
          </a:prstGeom>
          <a:noFill/>
          <a:ln w="0">
            <a:noFill/>
          </a:ln>
        </p:spPr>
        <p:txBody>
          <a:bodyPr tIns="91440" bIns="91440" anchor="t">
            <a:normAutofit fontScale="65000"/>
          </a:bodyPr>
          <a:p>
            <a:pPr marL="457200" indent="-345600">
              <a:lnSpc>
                <a:spcPct val="115000"/>
              </a:lnSpc>
              <a:buClr>
                <a:srgbClr val="695d46"/>
              </a:buClr>
              <a:buFont typeface="Open Sans"/>
              <a:buChar char="●"/>
            </a:pPr>
            <a:r>
              <a:rPr b="0" lang="en-US" sz="3880" spc="-1" strike="noStrike">
                <a:solidFill>
                  <a:srgbClr val="695d46"/>
                </a:solidFill>
                <a:latin typeface="Open Sans"/>
                <a:ea typeface="Open Sans"/>
              </a:rPr>
              <a:t>Q2 (10%)</a:t>
            </a:r>
            <a:endParaRPr b="0" lang="en-US" sz="3880" spc="-1" strike="noStrike">
              <a:solidFill>
                <a:srgbClr val="000000"/>
              </a:solidFill>
              <a:latin typeface="Arial"/>
            </a:endParaRPr>
          </a:p>
          <a:p>
            <a:pPr marL="457200">
              <a:lnSpc>
                <a:spcPct val="115000"/>
              </a:lnSpc>
              <a:spcBef>
                <a:spcPts val="1199"/>
              </a:spcBef>
              <a:buNone/>
              <a:tabLst>
                <a:tab algn="l" pos="0"/>
              </a:tabLst>
            </a:pPr>
            <a:r>
              <a:rPr b="1" lang="en-US" sz="3040" spc="-1" strike="noStrike">
                <a:solidFill>
                  <a:srgbClr val="000000"/>
                </a:solidFill>
                <a:latin typeface="Calibri"/>
                <a:ea typeface="Calibri"/>
              </a:rPr>
              <a:t>(2) Case Study: </a:t>
            </a:r>
            <a:r>
              <a:rPr b="1" lang="en-US" sz="3040" spc="-1" strike="noStrike">
                <a:solidFill>
                  <a:srgbClr val="188038"/>
                </a:solidFill>
                <a:latin typeface="Calibri"/>
                <a:ea typeface="Calibri"/>
              </a:rPr>
              <a:t>idx 3781</a:t>
            </a:r>
            <a:r>
              <a:rPr b="1" lang="en-US" sz="3040" spc="-1" strike="noStrike">
                <a:solidFill>
                  <a:srgbClr val="000000"/>
                </a:solidFill>
                <a:latin typeface="Calibri"/>
                <a:ea typeface="Calibri"/>
              </a:rPr>
              <a:t> PnP Solver Failure (5%):</a:t>
            </a:r>
            <a:endParaRPr b="0" lang="en-US" sz="3040" spc="-1" strike="noStrike">
              <a:solidFill>
                <a:srgbClr val="000000"/>
              </a:solidFill>
              <a:latin typeface="Arial"/>
            </a:endParaRPr>
          </a:p>
          <a:p>
            <a:pPr marL="457200">
              <a:lnSpc>
                <a:spcPct val="115000"/>
              </a:lnSpc>
              <a:spcBef>
                <a:spcPts val="1199"/>
              </a:spcBef>
              <a:buNone/>
              <a:tabLst>
                <a:tab algn="l" pos="0"/>
              </a:tabLst>
            </a:pPr>
            <a:r>
              <a:rPr b="0" lang="en-US" sz="3040" spc="-1" strike="noStrike">
                <a:solidFill>
                  <a:srgbClr val="000000"/>
                </a:solidFill>
                <a:latin typeface="Calibri"/>
                <a:ea typeface="Calibri"/>
              </a:rPr>
              <a:t>The interpolated sequence for sample </a:t>
            </a:r>
            <a:r>
              <a:rPr b="0" lang="en-US" sz="3040" spc="-1" strike="noStrike">
                <a:solidFill>
                  <a:srgbClr val="188038"/>
                </a:solidFill>
                <a:latin typeface="Calibri"/>
                <a:ea typeface="Calibri"/>
              </a:rPr>
              <a:t>idx 3781</a:t>
            </a:r>
            <a:r>
              <a:rPr b="0" lang="en-US" sz="3040" spc="-1" strike="noStrike">
                <a:solidFill>
                  <a:srgbClr val="000000"/>
                </a:solidFill>
                <a:latin typeface="Calibri"/>
                <a:ea typeface="Calibri"/>
              </a:rPr>
              <a:t> (from the public dataset) is known to fail during the PnP solving step.</a:t>
            </a:r>
            <a:endParaRPr b="0" lang="en-US" sz="3040" spc="-1" strike="noStrike">
              <a:solidFill>
                <a:srgbClr val="000000"/>
              </a:solidFill>
              <a:latin typeface="Arial"/>
            </a:endParaRPr>
          </a:p>
          <a:p>
            <a:pPr marL="914400" indent="-320400">
              <a:lnSpc>
                <a:spcPct val="115000"/>
              </a:lnSpc>
              <a:spcBef>
                <a:spcPts val="1199"/>
              </a:spcBef>
              <a:buClr>
                <a:srgbClr val="000000"/>
              </a:buClr>
              <a:buFont typeface="Arial"/>
              <a:buChar char="●"/>
              <a:tabLst>
                <a:tab algn="l" pos="0"/>
              </a:tabLst>
            </a:pPr>
            <a:r>
              <a:rPr b="0" lang="en-US" sz="3040" spc="-1" strike="noStrike">
                <a:solidFill>
                  <a:srgbClr val="000000"/>
                </a:solidFill>
                <a:latin typeface="Calibri"/>
                <a:ea typeface="Calibri"/>
              </a:rPr>
              <a:t>Present the MRE for </a:t>
            </a:r>
            <a:r>
              <a:rPr b="1" lang="en-US" sz="3040" spc="-1" strike="noStrike">
                <a:solidFill>
                  <a:srgbClr val="000000"/>
                </a:solidFill>
                <a:latin typeface="Calibri"/>
                <a:ea typeface="Calibri"/>
              </a:rPr>
              <a:t>both</a:t>
            </a:r>
            <a:r>
              <a:rPr b="0" lang="en-US" sz="3040" spc="-1" strike="noStrike">
                <a:solidFill>
                  <a:srgbClr val="000000"/>
                </a:solidFill>
                <a:latin typeface="Calibri"/>
                <a:ea typeface="Calibri"/>
              </a:rPr>
              <a:t> the original pair and the interpolated sequence relative to the ground truth.</a:t>
            </a:r>
            <a:endParaRPr b="0" lang="en-US" sz="3040" spc="-1" strike="noStrike">
              <a:solidFill>
                <a:srgbClr val="000000"/>
              </a:solidFill>
              <a:latin typeface="Arial"/>
            </a:endParaRPr>
          </a:p>
          <a:p>
            <a:pPr marL="914400" indent="-320400">
              <a:lnSpc>
                <a:spcPct val="115000"/>
              </a:lnSpc>
              <a:buClr>
                <a:srgbClr val="000000"/>
              </a:buClr>
              <a:buFont typeface="Arial"/>
              <a:buChar char="●"/>
              <a:tabLst>
                <a:tab algn="l" pos="0"/>
              </a:tabLst>
            </a:pPr>
            <a:r>
              <a:rPr b="0" lang="en-US" sz="3040" spc="-1" strike="noStrike">
                <a:solidFill>
                  <a:srgbClr val="000000"/>
                </a:solidFill>
                <a:latin typeface="Calibri"/>
                <a:ea typeface="Calibri"/>
              </a:rPr>
              <a:t>Use visual evidence (both the </a:t>
            </a:r>
            <a:r>
              <a:rPr b="1" lang="en-US" sz="3040" spc="-1" strike="noStrike">
                <a:solidFill>
                  <a:srgbClr val="000000"/>
                </a:solidFill>
                <a:latin typeface="Calibri"/>
                <a:ea typeface="Calibri"/>
              </a:rPr>
              <a:t>DUSt3R-generated point cloud</a:t>
            </a:r>
            <a:r>
              <a:rPr b="0" lang="en-US" sz="3040" spc="-1" strike="noStrike">
                <a:solidFill>
                  <a:srgbClr val="000000"/>
                </a:solidFill>
                <a:latin typeface="Calibri"/>
                <a:ea typeface="Calibri"/>
              </a:rPr>
              <a:t> and the </a:t>
            </a:r>
            <a:r>
              <a:rPr b="1" lang="en-US" sz="3040" spc="-1" strike="noStrike">
                <a:solidFill>
                  <a:srgbClr val="000000"/>
                </a:solidFill>
                <a:latin typeface="Calibri"/>
                <a:ea typeface="Calibri"/>
              </a:rPr>
              <a:t>visual effect of the interpolated sequence itself</a:t>
            </a:r>
            <a:r>
              <a:rPr b="0" lang="en-US" sz="3040" spc="-1" strike="noStrike">
                <a:solidFill>
                  <a:srgbClr val="000000"/>
                </a:solidFill>
                <a:latin typeface="Calibri"/>
                <a:ea typeface="Calibri"/>
              </a:rPr>
              <a:t>) to analyze </a:t>
            </a:r>
            <a:r>
              <a:rPr b="0" i="1" lang="en-US" sz="3040" spc="-1" strike="noStrike">
                <a:solidFill>
                  <a:srgbClr val="000000"/>
                </a:solidFill>
                <a:latin typeface="Calibri"/>
                <a:ea typeface="Calibri"/>
              </a:rPr>
              <a:t>why</a:t>
            </a:r>
            <a:r>
              <a:rPr b="0" lang="en-US" sz="3040" spc="-1" strike="noStrike">
                <a:solidFill>
                  <a:srgbClr val="000000"/>
                </a:solidFill>
                <a:latin typeface="Calibri"/>
                <a:ea typeface="Calibri"/>
              </a:rPr>
              <a:t> the PnP solver failed for this sequence.</a:t>
            </a:r>
            <a:endParaRPr b="0" lang="en-US" sz="3040" spc="-1" strike="noStrike">
              <a:solidFill>
                <a:srgbClr val="000000"/>
              </a:solidFill>
              <a:latin typeface="Arial"/>
            </a:endParaRPr>
          </a:p>
          <a:p>
            <a:pPr marL="914400">
              <a:lnSpc>
                <a:spcPct val="115000"/>
              </a:lnSpc>
              <a:spcBef>
                <a:spcPts val="1199"/>
              </a:spcBef>
              <a:buNone/>
              <a:tabLst>
                <a:tab algn="l" pos="0"/>
              </a:tabLst>
            </a:pPr>
            <a:endParaRPr b="0" lang="en-US" sz="1500" spc="-1" strike="noStrike">
              <a:solidFill>
                <a:srgbClr val="000000"/>
              </a:solidFill>
              <a:latin typeface="Arial"/>
            </a:endParaRPr>
          </a:p>
          <a:p>
            <a:pPr marL="685800">
              <a:lnSpc>
                <a:spcPct val="115000"/>
              </a:lnSpc>
              <a:spcBef>
                <a:spcPts val="1199"/>
              </a:spcBef>
              <a:buNone/>
              <a:tabLst>
                <a:tab algn="l" pos="0"/>
              </a:tabLst>
            </a:pPr>
            <a:endParaRPr b="0" lang="en-US" sz="1100" spc="-1" strike="noStrike">
              <a:solidFill>
                <a:srgbClr val="000000"/>
              </a:solidFill>
              <a:latin typeface="Arial"/>
            </a:endParaRPr>
          </a:p>
          <a:p>
            <a:pPr>
              <a:lnSpc>
                <a:spcPct val="115000"/>
              </a:lnSpc>
              <a:spcBef>
                <a:spcPts val="1199"/>
              </a:spcBef>
              <a:buNone/>
              <a:tabLst>
                <a:tab algn="l" pos="0"/>
              </a:tabLst>
            </a:pPr>
            <a:endParaRPr b="0" lang="en-US" sz="1100" spc="-1" strike="noStrike">
              <a:solidFill>
                <a:srgbClr val="000000"/>
              </a:solidFill>
              <a:latin typeface="Arial"/>
            </a:endParaRPr>
          </a:p>
          <a:p>
            <a:pPr marL="914400">
              <a:lnSpc>
                <a:spcPct val="115000"/>
              </a:lnSpc>
              <a:spcBef>
                <a:spcPts val="1199"/>
              </a:spcBef>
              <a:buNone/>
              <a:tabLst>
                <a:tab algn="l" pos="0"/>
              </a:tabLst>
            </a:pPr>
            <a:endParaRPr b="0" lang="en-US" sz="1500" spc="-1" strike="noStrike">
              <a:solidFill>
                <a:srgbClr val="000000"/>
              </a:solidFill>
              <a:latin typeface="Arial"/>
            </a:endParaRPr>
          </a:p>
          <a:p>
            <a:pPr marL="1371600">
              <a:lnSpc>
                <a:spcPct val="115000"/>
              </a:lnSpc>
              <a:spcBef>
                <a:spcPts val="1199"/>
              </a:spcBef>
              <a:buNone/>
              <a:tabLst>
                <a:tab algn="l" pos="0"/>
              </a:tabLst>
            </a:pPr>
            <a:endParaRPr b="0" lang="en-US" sz="1500" spc="-1" strike="noStrike">
              <a:solidFill>
                <a:srgbClr val="000000"/>
              </a:solidFill>
              <a:latin typeface="Arial"/>
            </a:endParaRPr>
          </a:p>
          <a:p>
            <a:pPr marL="914400">
              <a:lnSpc>
                <a:spcPct val="115000"/>
              </a:lnSpc>
              <a:spcBef>
                <a:spcPts val="1001"/>
              </a:spcBef>
              <a:spcAft>
                <a:spcPts val="1001"/>
              </a:spcAft>
              <a:buNone/>
              <a:tabLst>
                <a:tab algn="l" pos="0"/>
              </a:tabLst>
            </a:pPr>
            <a:endParaRPr b="0" lang="en-US" sz="1500" spc="-1" strike="noStrike">
              <a:solidFill>
                <a:srgbClr val="000000"/>
              </a:solidFill>
              <a:latin typeface="Arial"/>
            </a:endParaRPr>
          </a:p>
        </p:txBody>
      </p:sp>
      <p:sp>
        <p:nvSpPr>
          <p:cNvPr id="160" name="PlaceHolder 3"/>
          <p:cNvSpPr>
            <a:spLocks noGrp="1"/>
          </p:cNvSpPr>
          <p:nvPr>
            <p:ph type="sldNum" idx="11"/>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A1C83F96-CEA4-41CC-ACE1-A27F84E04F97}" type="slidenum">
              <a:rPr b="0" lang="en-US" sz="1000" spc="-1" strike="noStrike">
                <a:solidFill>
                  <a:srgbClr val="695d46"/>
                </a:solidFill>
                <a:latin typeface="Open Sans"/>
                <a:ea typeface="Open Sans"/>
              </a:rPr>
              <a:t>9</a:t>
            </a:fld>
            <a:endParaRPr b="0" lang="en-US" sz="1000" spc="-1" strike="noStrike">
              <a:latin typeface="Times New Roman"/>
            </a:endParaRPr>
          </a:p>
        </p:txBody>
      </p:sp>
      <p:sp>
        <p:nvSpPr>
          <p:cNvPr id="161" name="Google Shape;132;p21"/>
          <p:cNvSpPr/>
          <p:nvPr/>
        </p:nvSpPr>
        <p:spPr>
          <a:xfrm>
            <a:off x="723600" y="4144680"/>
            <a:ext cx="6603120" cy="713880"/>
          </a:xfrm>
          <a:prstGeom prst="rect">
            <a:avLst/>
          </a:prstGeom>
          <a:noFill/>
          <a:ln w="0">
            <a:noFill/>
          </a:ln>
        </p:spPr>
        <p:style>
          <a:lnRef idx="0"/>
          <a:fillRef idx="0"/>
          <a:effectRef idx="0"/>
          <a:fontRef idx="minor"/>
        </p:style>
        <p:txBody>
          <a:bodyPr tIns="91440" bIns="91440" anchor="t">
            <a:noAutofit/>
          </a:bodyPr>
          <a:p>
            <a:pPr>
              <a:lnSpc>
                <a:spcPct val="100000"/>
              </a:lnSpc>
              <a:buNone/>
              <a:tabLst>
                <a:tab algn="l" pos="0"/>
              </a:tabLst>
            </a:pPr>
            <a:r>
              <a:rPr b="1" lang="en-US" sz="1200" spc="-1" strike="noStrike">
                <a:solidFill>
                  <a:srgbClr val="ff0000"/>
                </a:solidFill>
                <a:latin typeface="Comic Sans MS"/>
                <a:ea typeface="Comic Sans MS"/>
              </a:rPr>
              <a:t>Hint: A PnP solver is likely to fail when the 3D points are co-planar or co-linear. </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59000"/>
          </a:bodyPr>
          <a:p>
            <a:pPr>
              <a:lnSpc>
                <a:spcPct val="100000"/>
              </a:lnSpc>
              <a:buNone/>
              <a:tabLst>
                <a:tab algn="l" pos="0"/>
              </a:tabLst>
            </a:pPr>
            <a:r>
              <a:rPr b="1" lang="en-US" sz="3600" spc="-1" strike="noStrike">
                <a:solidFill>
                  <a:srgbClr val="ef6c00"/>
                </a:solidFill>
                <a:latin typeface="PT Sans Narrow"/>
                <a:ea typeface="PT Sans Narrow"/>
              </a:rPr>
              <a:t>Problem 1: Grading – Report (30%)             </a:t>
            </a:r>
            <a:r>
              <a:rPr b="1" lang="en-US" sz="2600" spc="-1" strike="noStrike">
                <a:solidFill>
                  <a:srgbClr val="ff0000"/>
                </a:solidFill>
                <a:latin typeface="PT Sans Narrow"/>
                <a:ea typeface="PT Sans Narrow"/>
              </a:rPr>
              <a:t>[11/14 Updated]</a:t>
            </a:r>
            <a:endParaRPr b="0" lang="en-US" sz="2600" spc="-1" strike="noStrike">
              <a:solidFill>
                <a:srgbClr val="000000"/>
              </a:solidFill>
              <a:latin typeface="Arial"/>
            </a:endParaRPr>
          </a:p>
        </p:txBody>
      </p:sp>
      <p:sp>
        <p:nvSpPr>
          <p:cNvPr id="163" name="PlaceHolder 2"/>
          <p:cNvSpPr>
            <a:spLocks noGrp="1"/>
          </p:cNvSpPr>
          <p:nvPr>
            <p:ph/>
          </p:nvPr>
        </p:nvSpPr>
        <p:spPr>
          <a:xfrm>
            <a:off x="311760" y="1266480"/>
            <a:ext cx="8635320" cy="3876840"/>
          </a:xfrm>
          <a:prstGeom prst="rect">
            <a:avLst/>
          </a:prstGeom>
          <a:noFill/>
          <a:ln w="0">
            <a:noFill/>
          </a:ln>
        </p:spPr>
        <p:txBody>
          <a:bodyPr tIns="91440" bIns="91440" anchor="t">
            <a:normAutofit fontScale="28000"/>
          </a:bodyPr>
          <a:p>
            <a:pPr marL="457200" indent="-343080">
              <a:lnSpc>
                <a:spcPct val="115000"/>
              </a:lnSpc>
              <a:buClr>
                <a:srgbClr val="695d46"/>
              </a:buClr>
              <a:buFont typeface="Open Sans"/>
              <a:buChar char="●"/>
            </a:pPr>
            <a:r>
              <a:rPr b="0" lang="en-US" sz="7200" spc="-1" strike="noStrike">
                <a:solidFill>
                  <a:srgbClr val="695d46"/>
                </a:solidFill>
                <a:latin typeface="Open Sans"/>
                <a:ea typeface="Open Sans"/>
              </a:rPr>
              <a:t>Q2 (10%)</a:t>
            </a:r>
            <a:endParaRPr b="0" lang="en-US" sz="7200" spc="-1" strike="noStrike">
              <a:solidFill>
                <a:srgbClr val="000000"/>
              </a:solidFill>
              <a:latin typeface="Arial"/>
            </a:endParaRPr>
          </a:p>
          <a:p>
            <a:pPr marL="457200">
              <a:lnSpc>
                <a:spcPct val="115000"/>
              </a:lnSpc>
              <a:spcBef>
                <a:spcPts val="1199"/>
              </a:spcBef>
              <a:buNone/>
              <a:tabLst>
                <a:tab algn="l" pos="0"/>
              </a:tabLst>
            </a:pPr>
            <a:r>
              <a:rPr b="1" lang="en-US" sz="6000" spc="-1" strike="noStrike">
                <a:solidFill>
                  <a:srgbClr val="000000"/>
                </a:solidFill>
                <a:latin typeface="Calibri"/>
                <a:ea typeface="Calibri"/>
              </a:rPr>
              <a:t>(2) Case Study: </a:t>
            </a:r>
            <a:r>
              <a:rPr b="1" lang="en-US" sz="6000" spc="-1" strike="noStrike">
                <a:solidFill>
                  <a:srgbClr val="188038"/>
                </a:solidFill>
                <a:latin typeface="Calibri"/>
                <a:ea typeface="Calibri"/>
              </a:rPr>
              <a:t>idx 3781</a:t>
            </a:r>
            <a:r>
              <a:rPr b="1" lang="en-US" sz="6000" spc="-1" strike="noStrike">
                <a:solidFill>
                  <a:srgbClr val="000000"/>
                </a:solidFill>
                <a:latin typeface="Calibri"/>
                <a:ea typeface="Calibri"/>
              </a:rPr>
              <a:t> PnP Solver Failure (5%):</a:t>
            </a:r>
            <a:endParaRPr b="0" lang="en-US" sz="6000" spc="-1" strike="noStrike">
              <a:solidFill>
                <a:srgbClr val="000000"/>
              </a:solidFill>
              <a:latin typeface="Arial"/>
            </a:endParaRPr>
          </a:p>
          <a:p>
            <a:pPr marL="457200">
              <a:lnSpc>
                <a:spcPct val="115000"/>
              </a:lnSpc>
              <a:spcBef>
                <a:spcPts val="1199"/>
              </a:spcBef>
              <a:buNone/>
              <a:tabLst>
                <a:tab algn="l" pos="0"/>
              </a:tabLst>
            </a:pPr>
            <a:r>
              <a:rPr b="0" lang="en-US" sz="6000" spc="-1" strike="noStrike">
                <a:solidFill>
                  <a:srgbClr val="000000"/>
                </a:solidFill>
                <a:latin typeface="Calibri"/>
                <a:ea typeface="Calibri"/>
              </a:rPr>
              <a:t>The interpolated sequence for sample </a:t>
            </a:r>
            <a:r>
              <a:rPr b="0" lang="en-US" sz="6000" spc="-1" strike="noStrike">
                <a:solidFill>
                  <a:srgbClr val="188038"/>
                </a:solidFill>
                <a:latin typeface="Calibri"/>
                <a:ea typeface="Calibri"/>
              </a:rPr>
              <a:t>idx 3781</a:t>
            </a:r>
            <a:r>
              <a:rPr b="0" lang="en-US" sz="6000" spc="-1" strike="noStrike">
                <a:solidFill>
                  <a:srgbClr val="000000"/>
                </a:solidFill>
                <a:latin typeface="Calibri"/>
                <a:ea typeface="Calibri"/>
              </a:rPr>
              <a:t> (from the public dataset) is known to fail during the PnP solving step.</a:t>
            </a:r>
            <a:endParaRPr b="0" lang="en-US" sz="6000" spc="-1" strike="noStrike">
              <a:solidFill>
                <a:srgbClr val="000000"/>
              </a:solidFill>
              <a:latin typeface="Arial"/>
            </a:endParaRPr>
          </a:p>
          <a:p>
            <a:pPr>
              <a:lnSpc>
                <a:spcPct val="115000"/>
              </a:lnSpc>
              <a:spcBef>
                <a:spcPts val="1199"/>
              </a:spcBef>
              <a:buNone/>
              <a:tabLst>
                <a:tab algn="l" pos="0"/>
              </a:tabLst>
            </a:pPr>
            <a:r>
              <a:rPr b="0" lang="en-US" sz="6000" spc="-1" strike="noStrike">
                <a:solidFill>
                  <a:srgbClr val="000000"/>
                </a:solidFill>
                <a:latin typeface="Calibri"/>
                <a:ea typeface="Calibri"/>
              </a:rPr>
              <a:t>	</a:t>
            </a:r>
            <a:r>
              <a:rPr b="0" lang="en-US" sz="6000" spc="-1" strike="noStrike">
                <a:solidFill>
                  <a:srgbClr val="000000"/>
                </a:solidFill>
                <a:latin typeface="Calibri"/>
                <a:ea typeface="Calibri"/>
              </a:rPr>
              <a:t>Add </a:t>
            </a:r>
            <a:r>
              <a:rPr b="0" lang="en-US" sz="6000" spc="-1" strike="noStrike">
                <a:solidFill>
                  <a:srgbClr val="188038"/>
                </a:solidFill>
                <a:latin typeface="Calibri"/>
                <a:ea typeface="Calibri"/>
              </a:rPr>
              <a:t>try...except</a:t>
            </a:r>
            <a:r>
              <a:rPr b="0" lang="en-US" sz="6000" spc="-1" strike="noStrike">
                <a:solidFill>
                  <a:srgbClr val="000000"/>
                </a:solidFill>
                <a:latin typeface="Calibri"/>
                <a:ea typeface="Calibri"/>
              </a:rPr>
              <a:t> handling in </a:t>
            </a:r>
            <a:r>
              <a:rPr b="0" lang="en-US" sz="6000" spc="-1" strike="noStrike">
                <a:solidFill>
                  <a:srgbClr val="188038"/>
                </a:solidFill>
                <a:latin typeface="Calibri"/>
                <a:ea typeface="Calibri"/>
              </a:rPr>
              <a:t>dust3r/dust3r/cloud_opt/init_im_poses.py</a:t>
            </a:r>
            <a:r>
              <a:rPr b="0" lang="en-US" sz="6000" spc="-1" strike="noStrike">
                <a:solidFill>
                  <a:srgbClr val="000000"/>
                </a:solidFill>
                <a:latin typeface="Calibri"/>
                <a:ea typeface="Calibri"/>
              </a:rPr>
              <a:t> to catch the </a:t>
            </a:r>
            <a:r>
              <a:rPr b="0" lang="en-US" sz="6000" spc="-1" strike="noStrike">
                <a:solidFill>
                  <a:srgbClr val="188038"/>
                </a:solidFill>
                <a:latin typeface="Calibri"/>
                <a:ea typeface="Calibri"/>
              </a:rPr>
              <a:t>cv2.error</a:t>
            </a:r>
            <a:r>
              <a:rPr b="0" lang="en-US" sz="6000" spc="-1" strike="noStrike">
                <a:solidFill>
                  <a:srgbClr val="000000"/>
                </a:solidFill>
                <a:latin typeface="Calibri"/>
                <a:ea typeface="Calibri"/>
              </a:rPr>
              <a:t>.</a:t>
            </a:r>
            <a:endParaRPr b="0" lang="en-US" sz="6000" spc="-1" strike="noStrike">
              <a:solidFill>
                <a:srgbClr val="000000"/>
              </a:solidFill>
              <a:latin typeface="Arial"/>
            </a:endParaRPr>
          </a:p>
          <a:p>
            <a:pPr>
              <a:lnSpc>
                <a:spcPct val="115000"/>
              </a:lnSpc>
              <a:spcBef>
                <a:spcPts val="1199"/>
              </a:spcBef>
              <a:buNone/>
              <a:tabLst>
                <a:tab algn="l" pos="0"/>
              </a:tabLst>
            </a:pPr>
            <a:endParaRPr b="0" lang="en-US" sz="6000" spc="-1" strike="noStrike">
              <a:solidFill>
                <a:srgbClr val="000000"/>
              </a:solidFill>
              <a:latin typeface="Arial"/>
            </a:endParaRPr>
          </a:p>
          <a:p>
            <a:pPr>
              <a:lnSpc>
                <a:spcPct val="115000"/>
              </a:lnSpc>
              <a:spcBef>
                <a:spcPts val="1199"/>
              </a:spcBef>
              <a:buNone/>
              <a:tabLst>
                <a:tab algn="l" pos="0"/>
              </a:tabLst>
            </a:pPr>
            <a:endParaRPr b="0" lang="en-US" sz="6000" spc="-1" strike="noStrike">
              <a:solidFill>
                <a:srgbClr val="000000"/>
              </a:solidFill>
              <a:latin typeface="Arial"/>
            </a:endParaRPr>
          </a:p>
          <a:p>
            <a:pPr>
              <a:lnSpc>
                <a:spcPct val="115000"/>
              </a:lnSpc>
              <a:spcBef>
                <a:spcPts val="1199"/>
              </a:spcBef>
              <a:buNone/>
              <a:tabLst>
                <a:tab algn="l" pos="0"/>
              </a:tabLst>
            </a:pPr>
            <a:endParaRPr b="0" lang="en-US" sz="6000" spc="-1" strike="noStrike">
              <a:solidFill>
                <a:srgbClr val="000000"/>
              </a:solidFill>
              <a:latin typeface="Arial"/>
            </a:endParaRPr>
          </a:p>
          <a:p>
            <a:pPr>
              <a:lnSpc>
                <a:spcPct val="115000"/>
              </a:lnSpc>
              <a:spcBef>
                <a:spcPts val="1199"/>
              </a:spcBef>
              <a:buNone/>
              <a:tabLst>
                <a:tab algn="l" pos="0"/>
              </a:tabLst>
            </a:pPr>
            <a:endParaRPr b="0" lang="en-US" sz="6000" spc="-1" strike="noStrike">
              <a:solidFill>
                <a:srgbClr val="000000"/>
              </a:solidFill>
              <a:latin typeface="Arial"/>
            </a:endParaRPr>
          </a:p>
          <a:p>
            <a:pPr>
              <a:lnSpc>
                <a:spcPct val="115000"/>
              </a:lnSpc>
              <a:spcBef>
                <a:spcPts val="1199"/>
              </a:spcBef>
              <a:buNone/>
              <a:tabLst>
                <a:tab algn="l" pos="0"/>
              </a:tabLst>
            </a:pPr>
            <a:r>
              <a:rPr b="0" lang="en-US" sz="6000" spc="-1" strike="noStrike">
                <a:solidFill>
                  <a:srgbClr val="000000"/>
                </a:solidFill>
                <a:latin typeface="Calibri"/>
                <a:ea typeface="Calibri"/>
              </a:rPr>
              <a:t>(Note: You do not need to upload the </a:t>
            </a:r>
            <a:r>
              <a:rPr b="0" lang="en-US" sz="6000" spc="-1" strike="noStrike">
                <a:solidFill>
                  <a:srgbClr val="188038"/>
                </a:solidFill>
                <a:latin typeface="Calibri"/>
                <a:ea typeface="Calibri"/>
              </a:rPr>
              <a:t>dust3r</a:t>
            </a:r>
            <a:r>
              <a:rPr b="0" lang="en-US" sz="6000" spc="-1" strike="noStrike">
                <a:solidFill>
                  <a:srgbClr val="000000"/>
                </a:solidFill>
                <a:latin typeface="Calibri"/>
                <a:ea typeface="Calibri"/>
              </a:rPr>
              <a:t> folder).</a:t>
            </a:r>
            <a:endParaRPr b="0" lang="en-US" sz="6000" spc="-1" strike="noStrike">
              <a:solidFill>
                <a:srgbClr val="000000"/>
              </a:solidFill>
              <a:latin typeface="Arial"/>
            </a:endParaRPr>
          </a:p>
          <a:p>
            <a:pPr>
              <a:lnSpc>
                <a:spcPct val="115000"/>
              </a:lnSpc>
              <a:spcBef>
                <a:spcPts val="1199"/>
              </a:spcBef>
              <a:buNone/>
              <a:tabLst>
                <a:tab algn="l" pos="0"/>
              </a:tabLst>
            </a:pPr>
            <a:endParaRPr b="0" lang="en-US" sz="2100" spc="-1" strike="noStrike">
              <a:solidFill>
                <a:srgbClr val="000000"/>
              </a:solidFill>
              <a:latin typeface="Arial"/>
            </a:endParaRPr>
          </a:p>
          <a:p>
            <a:pPr marL="914400">
              <a:lnSpc>
                <a:spcPct val="115000"/>
              </a:lnSpc>
              <a:spcBef>
                <a:spcPts val="1199"/>
              </a:spcBef>
              <a:buNone/>
              <a:tabLst>
                <a:tab algn="l" pos="0"/>
              </a:tabLst>
            </a:pPr>
            <a:endParaRPr b="0" lang="en-US" sz="1500" spc="-1" strike="noStrike">
              <a:solidFill>
                <a:srgbClr val="000000"/>
              </a:solidFill>
              <a:latin typeface="Arial"/>
            </a:endParaRPr>
          </a:p>
          <a:p>
            <a:pPr marL="685800">
              <a:lnSpc>
                <a:spcPct val="115000"/>
              </a:lnSpc>
              <a:spcBef>
                <a:spcPts val="1199"/>
              </a:spcBef>
              <a:buNone/>
              <a:tabLst>
                <a:tab algn="l" pos="0"/>
              </a:tabLst>
            </a:pPr>
            <a:endParaRPr b="0" lang="en-US" sz="1100" spc="-1" strike="noStrike">
              <a:solidFill>
                <a:srgbClr val="000000"/>
              </a:solidFill>
              <a:latin typeface="Arial"/>
            </a:endParaRPr>
          </a:p>
          <a:p>
            <a:pPr>
              <a:lnSpc>
                <a:spcPct val="115000"/>
              </a:lnSpc>
              <a:spcBef>
                <a:spcPts val="1199"/>
              </a:spcBef>
              <a:buNone/>
              <a:tabLst>
                <a:tab algn="l" pos="0"/>
              </a:tabLst>
            </a:pPr>
            <a:endParaRPr b="0" lang="en-US" sz="1100" spc="-1" strike="noStrike">
              <a:solidFill>
                <a:srgbClr val="000000"/>
              </a:solidFill>
              <a:latin typeface="Arial"/>
            </a:endParaRPr>
          </a:p>
          <a:p>
            <a:pPr marL="914400">
              <a:lnSpc>
                <a:spcPct val="115000"/>
              </a:lnSpc>
              <a:spcBef>
                <a:spcPts val="1199"/>
              </a:spcBef>
              <a:buNone/>
              <a:tabLst>
                <a:tab algn="l" pos="0"/>
              </a:tabLst>
            </a:pPr>
            <a:endParaRPr b="0" lang="en-US" sz="1500" spc="-1" strike="noStrike">
              <a:solidFill>
                <a:srgbClr val="000000"/>
              </a:solidFill>
              <a:latin typeface="Arial"/>
            </a:endParaRPr>
          </a:p>
          <a:p>
            <a:pPr marL="1371600">
              <a:lnSpc>
                <a:spcPct val="115000"/>
              </a:lnSpc>
              <a:spcBef>
                <a:spcPts val="1199"/>
              </a:spcBef>
              <a:buNone/>
              <a:tabLst>
                <a:tab algn="l" pos="0"/>
              </a:tabLst>
            </a:pPr>
            <a:endParaRPr b="0" lang="en-US" sz="1500" spc="-1" strike="noStrike">
              <a:solidFill>
                <a:srgbClr val="000000"/>
              </a:solidFill>
              <a:latin typeface="Arial"/>
            </a:endParaRPr>
          </a:p>
          <a:p>
            <a:pPr marL="914400">
              <a:lnSpc>
                <a:spcPct val="115000"/>
              </a:lnSpc>
              <a:spcBef>
                <a:spcPts val="1001"/>
              </a:spcBef>
              <a:spcAft>
                <a:spcPts val="1001"/>
              </a:spcAft>
              <a:buNone/>
              <a:tabLst>
                <a:tab algn="l" pos="0"/>
              </a:tabLst>
            </a:pPr>
            <a:endParaRPr b="0" lang="en-US" sz="1500" spc="-1" strike="noStrike">
              <a:solidFill>
                <a:srgbClr val="000000"/>
              </a:solidFill>
              <a:latin typeface="Arial"/>
            </a:endParaRPr>
          </a:p>
        </p:txBody>
      </p:sp>
      <p:sp>
        <p:nvSpPr>
          <p:cNvPr id="164" name="PlaceHolder 3"/>
          <p:cNvSpPr>
            <a:spLocks noGrp="1"/>
          </p:cNvSpPr>
          <p:nvPr>
            <p:ph type="sldNum" idx="12"/>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D257BC79-E75D-422E-A9F2-496A0184926D}" type="slidenum">
              <a:rPr b="0" lang="en-US" sz="1000" spc="-1" strike="noStrike">
                <a:solidFill>
                  <a:srgbClr val="695d46"/>
                </a:solidFill>
                <a:latin typeface="Open Sans"/>
                <a:ea typeface="Open Sans"/>
              </a:rPr>
              <a:t>10</a:t>
            </a:fld>
            <a:endParaRPr b="0" lang="en-US" sz="1000" spc="-1" strike="noStrike">
              <a:latin typeface="Times New Roman"/>
            </a:endParaRPr>
          </a:p>
        </p:txBody>
      </p:sp>
      <p:pic>
        <p:nvPicPr>
          <p:cNvPr id="165" name="Google Shape;140;p22" descr=""/>
          <p:cNvPicPr/>
          <p:nvPr/>
        </p:nvPicPr>
        <p:blipFill>
          <a:blip r:embed="rId1"/>
          <a:stretch/>
        </p:blipFill>
        <p:spPr>
          <a:xfrm>
            <a:off x="833400" y="3069360"/>
            <a:ext cx="4609080" cy="144612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1000"/>
          </a:bodyPr>
          <a:p>
            <a:pPr>
              <a:lnSpc>
                <a:spcPct val="100000"/>
              </a:lnSpc>
              <a:buNone/>
              <a:tabLst>
                <a:tab algn="l" pos="0"/>
              </a:tabLst>
            </a:pPr>
            <a:r>
              <a:rPr b="1" lang="en-US" sz="3600" spc="-1" strike="noStrike">
                <a:solidFill>
                  <a:srgbClr val="ef6c00"/>
                </a:solidFill>
                <a:latin typeface="PT Sans Narrow"/>
                <a:ea typeface="PT Sans Narrow"/>
              </a:rPr>
              <a:t>Problem 1: Grading – Report (30%)</a:t>
            </a:r>
            <a:endParaRPr b="0" lang="en-US" sz="3600" spc="-1" strike="noStrike">
              <a:solidFill>
                <a:srgbClr val="000000"/>
              </a:solidFill>
              <a:latin typeface="Arial"/>
            </a:endParaRPr>
          </a:p>
        </p:txBody>
      </p:sp>
      <p:sp>
        <p:nvSpPr>
          <p:cNvPr id="167" name="PlaceHolder 2"/>
          <p:cNvSpPr>
            <a:spLocks noGrp="1"/>
          </p:cNvSpPr>
          <p:nvPr>
            <p:ph/>
          </p:nvPr>
        </p:nvSpPr>
        <p:spPr>
          <a:xfrm>
            <a:off x="311760" y="1266480"/>
            <a:ext cx="8635320" cy="387684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Q3 (10%)</a:t>
            </a:r>
            <a:endParaRPr b="0" lang="en-US" sz="1800" spc="-1" strike="noStrike">
              <a:solidFill>
                <a:srgbClr val="000000"/>
              </a:solidFill>
              <a:latin typeface="Arial"/>
            </a:endParaRPr>
          </a:p>
          <a:p>
            <a:pPr lvl="1" marL="914400" indent="-324000">
              <a:lnSpc>
                <a:spcPct val="115000"/>
              </a:lnSpc>
              <a:spcBef>
                <a:spcPts val="1001"/>
              </a:spcBef>
              <a:buClr>
                <a:srgbClr val="000000"/>
              </a:buClr>
              <a:buFont typeface="Calibri"/>
              <a:buChar char="○"/>
            </a:pPr>
            <a:r>
              <a:rPr b="0" lang="en-US" sz="1500" spc="-1" strike="noStrike">
                <a:solidFill>
                  <a:srgbClr val="000000"/>
                </a:solidFill>
                <a:latin typeface="Calibri"/>
                <a:ea typeface="Calibri"/>
              </a:rPr>
              <a:t>Compare the overall performance difference from your two runs.</a:t>
            </a:r>
            <a:endParaRPr b="0" lang="en-US" sz="1500" spc="-1" strike="noStrike">
              <a:solidFill>
                <a:srgbClr val="000000"/>
              </a:solidFill>
              <a:latin typeface="Arial"/>
            </a:endParaRPr>
          </a:p>
          <a:p>
            <a:pPr lvl="1" marL="914400" indent="-324000">
              <a:lnSpc>
                <a:spcPct val="115000"/>
              </a:lnSpc>
              <a:buClr>
                <a:srgbClr val="000000"/>
              </a:buClr>
              <a:buFont typeface="Calibri"/>
              <a:buChar char="○"/>
            </a:pPr>
            <a:r>
              <a:rPr b="0" lang="en-US" sz="1500" spc="-1" strike="noStrike">
                <a:solidFill>
                  <a:srgbClr val="000000"/>
                </a:solidFill>
                <a:latin typeface="Calibri"/>
                <a:ea typeface="Calibri"/>
              </a:rPr>
              <a:t>Analyze these quantitative results and explain your high-level hypothesis. (i.e., </a:t>
            </a:r>
            <a:r>
              <a:rPr b="0" i="1" lang="en-US" sz="1500" spc="-1" strike="noStrike">
                <a:solidFill>
                  <a:srgbClr val="000000"/>
                </a:solidFill>
                <a:latin typeface="Calibri"/>
                <a:ea typeface="Calibri"/>
              </a:rPr>
              <a:t>Why, in general, does this performance gap exist?</a:t>
            </a:r>
            <a:r>
              <a:rPr b="0" lang="en-US" sz="1500" spc="-1" strike="noStrike">
                <a:solidFill>
                  <a:srgbClr val="000000"/>
                </a:solidFill>
                <a:latin typeface="Calibri"/>
                <a:ea typeface="Calibri"/>
              </a:rPr>
              <a:t>)</a:t>
            </a:r>
            <a:endParaRPr b="0" lang="en-US" sz="1500" spc="-1" strike="noStrike">
              <a:solidFill>
                <a:srgbClr val="000000"/>
              </a:solidFill>
              <a:latin typeface="Arial"/>
            </a:endParaRPr>
          </a:p>
          <a:p>
            <a:pPr>
              <a:lnSpc>
                <a:spcPct val="115000"/>
              </a:lnSpc>
              <a:spcBef>
                <a:spcPts val="1199"/>
              </a:spcBef>
              <a:buNone/>
              <a:tabLst>
                <a:tab algn="l" pos="0"/>
              </a:tabLst>
            </a:pPr>
            <a:endParaRPr b="0" lang="en-US" sz="1500" spc="-1" strike="noStrike">
              <a:solidFill>
                <a:srgbClr val="000000"/>
              </a:solidFill>
              <a:latin typeface="Arial"/>
            </a:endParaRPr>
          </a:p>
          <a:p>
            <a:pPr marL="1371600">
              <a:lnSpc>
                <a:spcPct val="115000"/>
              </a:lnSpc>
              <a:spcBef>
                <a:spcPts val="1199"/>
              </a:spcBef>
              <a:buNone/>
              <a:tabLst>
                <a:tab algn="l" pos="0"/>
              </a:tabLst>
            </a:pPr>
            <a:endParaRPr b="0" lang="en-US" sz="1500" spc="-1" strike="noStrike">
              <a:solidFill>
                <a:srgbClr val="000000"/>
              </a:solidFill>
              <a:latin typeface="Arial"/>
            </a:endParaRPr>
          </a:p>
          <a:p>
            <a:pPr marL="914400">
              <a:lnSpc>
                <a:spcPct val="115000"/>
              </a:lnSpc>
              <a:spcBef>
                <a:spcPts val="1001"/>
              </a:spcBef>
              <a:spcAft>
                <a:spcPts val="1001"/>
              </a:spcAft>
              <a:buNone/>
              <a:tabLst>
                <a:tab algn="l" pos="0"/>
              </a:tabLst>
            </a:pPr>
            <a:endParaRPr b="0" lang="en-US" sz="1500" spc="-1" strike="noStrike">
              <a:solidFill>
                <a:srgbClr val="000000"/>
              </a:solidFill>
              <a:latin typeface="Arial"/>
            </a:endParaRPr>
          </a:p>
        </p:txBody>
      </p:sp>
      <p:sp>
        <p:nvSpPr>
          <p:cNvPr id="168" name="PlaceHolder 3"/>
          <p:cNvSpPr>
            <a:spLocks noGrp="1"/>
          </p:cNvSpPr>
          <p:nvPr>
            <p:ph type="sldNum" idx="13"/>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AF459DB8-9EF5-4921-ACF0-B5451E8FF3E8}" type="slidenum">
              <a:rPr b="0" lang="en-US" sz="1000" spc="-1" strike="noStrike">
                <a:solidFill>
                  <a:srgbClr val="695d46"/>
                </a:solidFill>
                <a:latin typeface="Open Sans"/>
                <a:ea typeface="Open Sans"/>
              </a:rPr>
              <a:t>11</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69000"/>
          </a:bodyPr>
          <a:p>
            <a:pPr>
              <a:lnSpc>
                <a:spcPct val="100000"/>
              </a:lnSpc>
              <a:buNone/>
              <a:tabLst>
                <a:tab algn="l" pos="0"/>
              </a:tabLst>
            </a:pPr>
            <a:r>
              <a:rPr b="1" lang="en-US" sz="3600" spc="-1" strike="noStrike">
                <a:solidFill>
                  <a:srgbClr val="ef6c00"/>
                </a:solidFill>
                <a:latin typeface="PT Sans Narrow"/>
                <a:ea typeface="PT Sans Narrow"/>
              </a:rPr>
              <a:t>Problem 1: Grading – Implementation (20%)</a:t>
            </a:r>
            <a:endParaRPr b="0" lang="en-US" sz="3600" spc="-1" strike="noStrike">
              <a:solidFill>
                <a:srgbClr val="000000"/>
              </a:solidFill>
              <a:latin typeface="Arial"/>
            </a:endParaRPr>
          </a:p>
        </p:txBody>
      </p:sp>
      <p:sp>
        <p:nvSpPr>
          <p:cNvPr id="170"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a:lnSpc>
                <a:spcPct val="115000"/>
              </a:lnSpc>
              <a:buNone/>
              <a:tabLst>
                <a:tab algn="l" pos="0"/>
              </a:tabLst>
            </a:pPr>
            <a:r>
              <a:rPr b="0" lang="en-US" sz="1500" spc="-1" strike="noStrike">
                <a:solidFill>
                  <a:srgbClr val="000000"/>
                </a:solidFill>
                <a:latin typeface="Open Sans Medium"/>
                <a:ea typeface="Open Sans Medium"/>
              </a:rPr>
              <a:t>Private Run 1 (10%):</a:t>
            </a:r>
            <a:endParaRPr b="0" lang="en-US" sz="1500" spc="-1" strike="noStrike">
              <a:solidFill>
                <a:srgbClr val="000000"/>
              </a:solidFill>
              <a:latin typeface="Arial"/>
            </a:endParaRPr>
          </a:p>
          <a:p>
            <a:pPr marL="457200" indent="-324000">
              <a:lnSpc>
                <a:spcPct val="115000"/>
              </a:lnSpc>
              <a:spcBef>
                <a:spcPts val="1199"/>
              </a:spcBef>
              <a:buClr>
                <a:srgbClr val="000000"/>
              </a:buClr>
              <a:buFont typeface="Arial"/>
              <a:buChar char="●"/>
              <a:tabLst>
                <a:tab algn="l" pos="0"/>
              </a:tabLst>
            </a:pPr>
            <a:r>
              <a:rPr b="1" lang="en-US" sz="1500" spc="-1" strike="noStrike">
                <a:solidFill>
                  <a:srgbClr val="000000"/>
                </a:solidFill>
                <a:latin typeface="Calibri"/>
                <a:ea typeface="Calibri"/>
              </a:rPr>
              <a:t>Task:</a:t>
            </a:r>
            <a:r>
              <a:rPr b="0" lang="en-US" sz="1500" spc="-1" strike="noStrike">
                <a:solidFill>
                  <a:srgbClr val="000000"/>
                </a:solidFill>
                <a:latin typeface="Calibri"/>
                <a:ea typeface="Calibri"/>
              </a:rPr>
              <a:t> Model inference on the </a:t>
            </a:r>
            <a:r>
              <a:rPr b="1" lang="en-US" sz="1500" spc="-1" strike="noStrike">
                <a:solidFill>
                  <a:srgbClr val="000000"/>
                </a:solidFill>
                <a:latin typeface="Calibri"/>
                <a:ea typeface="Calibri"/>
              </a:rPr>
              <a:t>private wide-baseline pairs</a:t>
            </a:r>
            <a:r>
              <a:rPr b="0" lang="en-US" sz="1500" spc="-1" strike="noStrike">
                <a:solidFill>
                  <a:srgbClr val="000000"/>
                </a:solidFill>
                <a:latin typeface="Calibri"/>
                <a:ea typeface="Calibri"/>
              </a:rPr>
              <a:t>.</a:t>
            </a:r>
            <a:endParaRPr b="0" lang="en-US" sz="1500" spc="-1" strike="noStrike">
              <a:solidFill>
                <a:srgbClr val="000000"/>
              </a:solidFill>
              <a:latin typeface="Arial"/>
            </a:endParaRPr>
          </a:p>
          <a:p>
            <a:pPr marL="457200" indent="-324000">
              <a:lnSpc>
                <a:spcPct val="115000"/>
              </a:lnSpc>
              <a:buClr>
                <a:srgbClr val="000000"/>
              </a:buClr>
              <a:buFont typeface="Arial"/>
              <a:buChar char="●"/>
              <a:tabLst>
                <a:tab algn="l" pos="0"/>
              </a:tabLst>
            </a:pPr>
            <a:r>
              <a:rPr b="1" lang="en-US" sz="1500" spc="-1" strike="noStrike">
                <a:solidFill>
                  <a:srgbClr val="000000"/>
                </a:solidFill>
                <a:latin typeface="Calibri"/>
                <a:ea typeface="Calibri"/>
              </a:rPr>
              <a:t>Metric:</a:t>
            </a:r>
            <a:r>
              <a:rPr b="0" lang="en-US" sz="1500" spc="-1" strike="noStrike">
                <a:solidFill>
                  <a:srgbClr val="000000"/>
                </a:solidFill>
                <a:latin typeface="Calibri"/>
                <a:ea typeface="Calibri"/>
              </a:rPr>
              <a:t> Graded based on MRE performance.</a:t>
            </a:r>
            <a:endParaRPr b="0" lang="en-US" sz="1500" spc="-1" strike="noStrike">
              <a:solidFill>
                <a:srgbClr val="000000"/>
              </a:solidFill>
              <a:latin typeface="Arial"/>
            </a:endParaRPr>
          </a:p>
          <a:p>
            <a:pPr>
              <a:lnSpc>
                <a:spcPct val="115000"/>
              </a:lnSpc>
              <a:spcBef>
                <a:spcPts val="1199"/>
              </a:spcBef>
              <a:buNone/>
              <a:tabLst>
                <a:tab algn="l" pos="0"/>
              </a:tabLst>
            </a:pPr>
            <a:r>
              <a:rPr b="0" lang="en-US" sz="1500" spc="-1" strike="noStrike">
                <a:solidFill>
                  <a:srgbClr val="000000"/>
                </a:solidFill>
                <a:latin typeface="Open Sans Medium"/>
                <a:ea typeface="Open Sans Medium"/>
              </a:rPr>
              <a:t>Private Run 2 (10%):</a:t>
            </a:r>
            <a:endParaRPr b="0" lang="en-US" sz="1500" spc="-1" strike="noStrike">
              <a:solidFill>
                <a:srgbClr val="000000"/>
              </a:solidFill>
              <a:latin typeface="Arial"/>
            </a:endParaRPr>
          </a:p>
          <a:p>
            <a:pPr marL="457200" indent="-324000">
              <a:lnSpc>
                <a:spcPct val="115000"/>
              </a:lnSpc>
              <a:spcBef>
                <a:spcPts val="1199"/>
              </a:spcBef>
              <a:buClr>
                <a:srgbClr val="000000"/>
              </a:buClr>
              <a:buFont typeface="Arial"/>
              <a:buChar char="●"/>
              <a:tabLst>
                <a:tab algn="l" pos="0"/>
              </a:tabLst>
            </a:pPr>
            <a:r>
              <a:rPr b="1" lang="en-US" sz="1500" spc="-1" strike="noStrike">
                <a:solidFill>
                  <a:srgbClr val="000000"/>
                </a:solidFill>
                <a:latin typeface="Calibri"/>
                <a:ea typeface="Calibri"/>
              </a:rPr>
              <a:t>Task:</a:t>
            </a:r>
            <a:r>
              <a:rPr b="0" lang="en-US" sz="1500" spc="-1" strike="noStrike">
                <a:solidFill>
                  <a:srgbClr val="000000"/>
                </a:solidFill>
                <a:latin typeface="Calibri"/>
                <a:ea typeface="Calibri"/>
              </a:rPr>
              <a:t> Model inference on the </a:t>
            </a:r>
            <a:r>
              <a:rPr b="1" lang="en-US" sz="1500" spc="-1" strike="noStrike">
                <a:solidFill>
                  <a:srgbClr val="000000"/>
                </a:solidFill>
                <a:latin typeface="Calibri"/>
                <a:ea typeface="Calibri"/>
              </a:rPr>
              <a:t>private interpolated sequences</a:t>
            </a:r>
            <a:r>
              <a:rPr b="0" lang="en-US" sz="1500" spc="-1" strike="noStrike">
                <a:solidFill>
                  <a:srgbClr val="000000"/>
                </a:solidFill>
                <a:latin typeface="Calibri"/>
                <a:ea typeface="Calibri"/>
              </a:rPr>
              <a:t>.</a:t>
            </a:r>
            <a:endParaRPr b="0" lang="en-US" sz="1500" spc="-1" strike="noStrike">
              <a:solidFill>
                <a:srgbClr val="000000"/>
              </a:solidFill>
              <a:latin typeface="Arial"/>
            </a:endParaRPr>
          </a:p>
          <a:p>
            <a:pPr marL="457200" indent="-324000">
              <a:lnSpc>
                <a:spcPct val="115000"/>
              </a:lnSpc>
              <a:buClr>
                <a:srgbClr val="000000"/>
              </a:buClr>
              <a:buFont typeface="Arial"/>
              <a:buChar char="●"/>
              <a:tabLst>
                <a:tab algn="l" pos="0"/>
              </a:tabLst>
            </a:pPr>
            <a:r>
              <a:rPr b="1" lang="en-US" sz="1500" spc="-1" strike="noStrike">
                <a:solidFill>
                  <a:srgbClr val="000000"/>
                </a:solidFill>
                <a:latin typeface="Calibri"/>
                <a:ea typeface="Calibri"/>
              </a:rPr>
              <a:t>Metric:</a:t>
            </a:r>
            <a:r>
              <a:rPr b="0" lang="en-US" sz="1500" spc="-1" strike="noStrike">
                <a:solidFill>
                  <a:srgbClr val="000000"/>
                </a:solidFill>
                <a:latin typeface="Calibri"/>
                <a:ea typeface="Calibri"/>
              </a:rPr>
              <a:t> Graded based on MRE performance.</a:t>
            </a:r>
            <a:endParaRPr b="0" lang="en-US" sz="1500" spc="-1" strike="noStrike">
              <a:solidFill>
                <a:srgbClr val="000000"/>
              </a:solidFill>
              <a:latin typeface="Arial"/>
            </a:endParaRPr>
          </a:p>
          <a:p>
            <a:pPr marL="914400">
              <a:lnSpc>
                <a:spcPct val="115000"/>
              </a:lnSpc>
              <a:spcBef>
                <a:spcPts val="1199"/>
              </a:spcBef>
              <a:spcAft>
                <a:spcPts val="1001"/>
              </a:spcAft>
              <a:buNone/>
              <a:tabLst>
                <a:tab algn="l" pos="0"/>
              </a:tabLst>
            </a:pPr>
            <a:endParaRPr b="0" lang="en-US" sz="1800" spc="-1" strike="noStrike">
              <a:solidFill>
                <a:srgbClr val="000000"/>
              </a:solidFill>
              <a:latin typeface="Arial"/>
            </a:endParaRPr>
          </a:p>
        </p:txBody>
      </p:sp>
      <p:sp>
        <p:nvSpPr>
          <p:cNvPr id="171" name="PlaceHolder 3"/>
          <p:cNvSpPr>
            <a:spLocks noGrp="1"/>
          </p:cNvSpPr>
          <p:nvPr>
            <p:ph type="sldNum" idx="14"/>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E3070A6E-D645-4BF5-86CA-5E9FC61D78C4}" type="slidenum">
              <a:rPr b="0" lang="en-US" sz="1000" spc="-1" strike="noStrike">
                <a:solidFill>
                  <a:srgbClr val="695d46"/>
                </a:solidFill>
                <a:latin typeface="Open Sans"/>
                <a:ea typeface="Open Sans"/>
              </a:rPr>
              <a:t>12</a:t>
            </a:fld>
            <a:endParaRPr b="0" lang="en-US" sz="1000" spc="-1" strike="noStrike">
              <a:latin typeface="Times New Roman"/>
            </a:endParaRPr>
          </a:p>
        </p:txBody>
      </p:sp>
      <p:sp>
        <p:nvSpPr>
          <p:cNvPr id="172" name="Google Shape;155;p24"/>
          <p:cNvSpPr/>
          <p:nvPr/>
        </p:nvSpPr>
        <p:spPr>
          <a:xfrm>
            <a:off x="491400" y="3904560"/>
            <a:ext cx="7708320" cy="841320"/>
          </a:xfrm>
          <a:prstGeom prst="rect">
            <a:avLst/>
          </a:prstGeom>
          <a:noFill/>
          <a:ln w="0">
            <a:noFill/>
          </a:ln>
        </p:spPr>
        <p:style>
          <a:lnRef idx="0"/>
          <a:fillRef idx="0"/>
          <a:effectRef idx="0"/>
          <a:fontRef idx="minor"/>
        </p:style>
        <p:txBody>
          <a:bodyPr tIns="91440" bIns="91440" anchor="t">
            <a:noAutofit/>
          </a:bodyPr>
          <a:p>
            <a:pPr>
              <a:lnSpc>
                <a:spcPct val="115000"/>
              </a:lnSpc>
              <a:spcBef>
                <a:spcPts val="1199"/>
              </a:spcBef>
              <a:buNone/>
              <a:tabLst>
                <a:tab algn="l" pos="0"/>
              </a:tabLst>
            </a:pPr>
            <a:r>
              <a:rPr b="1" i="1" lang="en-US" sz="1700" spc="-1" strike="noStrike">
                <a:solidFill>
                  <a:srgbClr val="ff0000"/>
                </a:solidFill>
                <a:latin typeface="Comic Sans MS"/>
                <a:ea typeface="Comic Sans MS"/>
              </a:rPr>
              <a:t>If your model is implemented correctly, you should receive full credit for these sections.</a:t>
            </a:r>
            <a:endParaRPr b="0" lang="en-US" sz="1700" spc="-1" strike="noStrike">
              <a:latin typeface="Arial"/>
            </a:endParaRPr>
          </a:p>
          <a:p>
            <a:pPr>
              <a:lnSpc>
                <a:spcPct val="100000"/>
              </a:lnSpc>
              <a:spcBef>
                <a:spcPts val="1199"/>
              </a:spcBef>
              <a:buNone/>
              <a:tabLst>
                <a:tab algn="l" pos="0"/>
              </a:tabLst>
            </a:pP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311760" y="814680"/>
            <a:ext cx="8570880" cy="941760"/>
          </a:xfrm>
          <a:prstGeom prst="rect">
            <a:avLst/>
          </a:prstGeom>
          <a:noFill/>
          <a:ln w="0">
            <a:noFill/>
          </a:ln>
        </p:spPr>
        <p:txBody>
          <a:bodyPr tIns="91440" bIns="91440" anchor="ctr">
            <a:normAutofit fontScale="69000"/>
          </a:bodyPr>
          <a:p>
            <a:pPr algn="ctr">
              <a:lnSpc>
                <a:spcPct val="100000"/>
              </a:lnSpc>
              <a:buNone/>
              <a:tabLst>
                <a:tab algn="l" pos="0"/>
              </a:tabLst>
            </a:pPr>
            <a:r>
              <a:rPr b="1" lang="en-US" sz="3600" spc="-1" strike="noStrike">
                <a:solidFill>
                  <a:srgbClr val="ef6c00"/>
                </a:solidFill>
                <a:latin typeface="PT Sans Narrow"/>
                <a:ea typeface="PT Sans Narrow"/>
              </a:rPr>
              <a:t>Problem 2: Sparse-View 3D Gaussian Spaltting</a:t>
            </a:r>
            <a:endParaRPr b="0" lang="en-US" sz="3600" spc="-1" strike="noStrike">
              <a:solidFill>
                <a:srgbClr val="000000"/>
              </a:solidFill>
              <a:latin typeface="Arial"/>
            </a:endParaRPr>
          </a:p>
        </p:txBody>
      </p:sp>
      <p:sp>
        <p:nvSpPr>
          <p:cNvPr id="174" name="PlaceHolder 2"/>
          <p:cNvSpPr>
            <a:spLocks noGrp="1"/>
          </p:cNvSpPr>
          <p:nvPr>
            <p:ph type="sldNum" idx="15"/>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ffffff"/>
                </a:solidFill>
                <a:latin typeface="Open Sans"/>
                <a:ea typeface="Open Sans"/>
              </a:defRPr>
            </a:lvl1pPr>
          </a:lstStyle>
          <a:p>
            <a:pPr algn="r">
              <a:lnSpc>
                <a:spcPct val="100000"/>
              </a:lnSpc>
              <a:buNone/>
              <a:tabLst>
                <a:tab algn="l" pos="0"/>
              </a:tabLst>
            </a:pPr>
            <a:fld id="{F5D8C93C-EF98-466C-80AF-74F547653BB7}" type="slidenum">
              <a:rPr b="0" lang="en-US" sz="1000" spc="-1" strike="noStrike">
                <a:solidFill>
                  <a:srgbClr val="ffffff"/>
                </a:solidFill>
                <a:latin typeface="Open Sans"/>
                <a:ea typeface="Open Sans"/>
              </a:rPr>
              <a:t>13</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Problem 2: </a:t>
            </a:r>
            <a:endParaRPr b="0" lang="en-US" sz="3600" spc="-1" strike="noStrike">
              <a:solidFill>
                <a:srgbClr val="000000"/>
              </a:solidFill>
              <a:latin typeface="Arial"/>
            </a:endParaRPr>
          </a:p>
        </p:txBody>
      </p:sp>
      <p:sp>
        <p:nvSpPr>
          <p:cNvPr id="176"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Task description</a:t>
            </a:r>
            <a:endParaRPr b="0" lang="en-US" sz="1800" spc="-1" strike="noStrike">
              <a:solidFill>
                <a:srgbClr val="000000"/>
              </a:solidFill>
              <a:latin typeface="Arial"/>
            </a:endParaRPr>
          </a:p>
          <a:p>
            <a:pPr lvl="1" marL="914400" indent="-317520" algn="just">
              <a:lnSpc>
                <a:spcPct val="100000"/>
              </a:lnSpc>
              <a:spcBef>
                <a:spcPts val="1001"/>
              </a:spcBef>
              <a:buClr>
                <a:srgbClr val="695d46"/>
              </a:buClr>
              <a:buFont typeface="Open Sans"/>
              <a:buChar char="○"/>
            </a:pPr>
            <a:r>
              <a:rPr b="0" lang="en-US" sz="1500" spc="-1" strike="noStrike">
                <a:solidFill>
                  <a:srgbClr val="000000"/>
                </a:solidFill>
                <a:latin typeface="Calibri"/>
                <a:ea typeface="Calibri"/>
              </a:rPr>
              <a:t>In this problem, you will have to train your own </a:t>
            </a:r>
            <a:r>
              <a:rPr b="1" lang="en-US" sz="1500" spc="-1" strike="noStrike">
                <a:solidFill>
                  <a:srgbClr val="000000"/>
                </a:solidFill>
                <a:latin typeface="Calibri"/>
                <a:ea typeface="Calibri"/>
              </a:rPr>
              <a:t>sparse-view 3D gaussians</a:t>
            </a:r>
            <a:r>
              <a:rPr b="0" lang="en-US" sz="1500" spc="-1" strike="noStrike">
                <a:solidFill>
                  <a:srgbClr val="000000"/>
                </a:solidFill>
                <a:latin typeface="Calibri"/>
                <a:ea typeface="Calibri"/>
              </a:rPr>
              <a:t> as explicit scene representation for the given scene. </a:t>
            </a:r>
            <a:endParaRPr b="0" lang="en-US" sz="1500" spc="-1" strike="noStrike">
              <a:solidFill>
                <a:srgbClr val="000000"/>
              </a:solidFill>
              <a:latin typeface="Arial"/>
            </a:endParaRPr>
          </a:p>
          <a:p>
            <a:pPr marL="914400" algn="just">
              <a:lnSpc>
                <a:spcPct val="100000"/>
              </a:lnSpc>
              <a:buNone/>
              <a:tabLst>
                <a:tab algn="l" pos="0"/>
              </a:tabLst>
            </a:pPr>
            <a:endParaRPr b="0" lang="en-US" sz="1500" spc="-1" strike="noStrike">
              <a:solidFill>
                <a:srgbClr val="000000"/>
              </a:solidFill>
              <a:latin typeface="Arial"/>
            </a:endParaRPr>
          </a:p>
          <a:p>
            <a:pPr lvl="1" marL="914400" indent="-317520" algn="just">
              <a:lnSpc>
                <a:spcPct val="100000"/>
              </a:lnSpc>
              <a:buClr>
                <a:srgbClr val="695d46"/>
              </a:buClr>
              <a:buFont typeface="Open Sans"/>
              <a:buChar char="○"/>
              <a:tabLst>
                <a:tab algn="l" pos="0"/>
              </a:tabLst>
            </a:pPr>
            <a:r>
              <a:rPr b="0" lang="en-US" sz="1500" spc="-1" strike="noStrike">
                <a:solidFill>
                  <a:srgbClr val="000000"/>
                </a:solidFill>
                <a:latin typeface="Calibri"/>
                <a:ea typeface="Calibri"/>
              </a:rPr>
              <a:t>To be more specific, given a set of images (with camera pose) of this scene, learn the parameters of all 3D gaussians to fit this scene. After that, given the camera poses of testing images, render the test images for evaluation.</a:t>
            </a:r>
            <a:endParaRPr b="0" lang="en-US" sz="1500" spc="-1" strike="noStrike">
              <a:solidFill>
                <a:srgbClr val="000000"/>
              </a:solidFill>
              <a:latin typeface="Arial"/>
            </a:endParaRPr>
          </a:p>
          <a:p>
            <a:pPr marL="914400" algn="just">
              <a:lnSpc>
                <a:spcPct val="100000"/>
              </a:lnSpc>
              <a:buNone/>
              <a:tabLst>
                <a:tab algn="l" pos="0"/>
              </a:tabLst>
            </a:pPr>
            <a:endParaRPr b="0" lang="en-US" sz="1500" spc="-1" strike="noStrike">
              <a:solidFill>
                <a:srgbClr val="000000"/>
              </a:solidFill>
              <a:latin typeface="Arial"/>
            </a:endParaRPr>
          </a:p>
          <a:p>
            <a:pPr lvl="1" marL="914400" indent="-324000" algn="just">
              <a:lnSpc>
                <a:spcPct val="100000"/>
              </a:lnSpc>
              <a:buClr>
                <a:srgbClr val="000000"/>
              </a:buClr>
              <a:buFont typeface="Calibri"/>
              <a:buChar char="○"/>
              <a:tabLst>
                <a:tab algn="l" pos="0"/>
              </a:tabLst>
            </a:pPr>
            <a:r>
              <a:rPr b="0" lang="en-US" sz="1500" spc="-1" strike="noStrike">
                <a:solidFill>
                  <a:srgbClr val="000000"/>
                </a:solidFill>
                <a:latin typeface="Calibri"/>
                <a:ea typeface="Calibri"/>
              </a:rPr>
              <a:t>Please refer to InstantSplat </a:t>
            </a:r>
            <a:r>
              <a:rPr b="0" lang="en-US" sz="1500" spc="-1" strike="noStrike" u="sng">
                <a:solidFill>
                  <a:srgbClr val="009668"/>
                </a:solidFill>
                <a:uFillTx/>
                <a:latin typeface="Calibri"/>
                <a:ea typeface="Calibri"/>
                <a:hlinkClick r:id="rId1"/>
              </a:rPr>
              <a:t>LINK</a:t>
            </a:r>
            <a:endParaRPr b="0" lang="en-US" sz="1500" spc="-1" strike="noStrike">
              <a:solidFill>
                <a:srgbClr val="000000"/>
              </a:solidFill>
              <a:latin typeface="Arial"/>
            </a:endParaRPr>
          </a:p>
          <a:p>
            <a:pPr marL="457200">
              <a:lnSpc>
                <a:spcPct val="115000"/>
              </a:lnSpc>
              <a:spcAft>
                <a:spcPts val="1001"/>
              </a:spcAft>
              <a:buNone/>
              <a:tabLst>
                <a:tab algn="l" pos="0"/>
              </a:tabLst>
            </a:pPr>
            <a:endParaRPr b="0" lang="en-US" sz="1800" spc="-1" strike="noStrike">
              <a:solidFill>
                <a:srgbClr val="000000"/>
              </a:solidFill>
              <a:latin typeface="Arial"/>
            </a:endParaRPr>
          </a:p>
        </p:txBody>
      </p:sp>
      <p:sp>
        <p:nvSpPr>
          <p:cNvPr id="177" name="PlaceHolder 3"/>
          <p:cNvSpPr>
            <a:spLocks noGrp="1"/>
          </p:cNvSpPr>
          <p:nvPr>
            <p:ph type="sldNum" idx="16"/>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B12D9758-2A56-44EF-AC0B-B44494D426F5}" type="slidenum">
              <a:rPr b="0" lang="en-US" sz="1000" spc="-1" strike="noStrike">
                <a:solidFill>
                  <a:srgbClr val="695d46"/>
                </a:solidFill>
                <a:latin typeface="Open Sans"/>
                <a:ea typeface="Open Sans"/>
              </a:rPr>
              <a:t>14</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1000"/>
          </a:bodyPr>
          <a:p>
            <a:pPr>
              <a:lnSpc>
                <a:spcPct val="100000"/>
              </a:lnSpc>
              <a:buNone/>
              <a:tabLst>
                <a:tab algn="l" pos="0"/>
              </a:tabLst>
            </a:pPr>
            <a:r>
              <a:rPr b="1" lang="en-US" sz="3600" spc="-1" strike="noStrike">
                <a:solidFill>
                  <a:srgbClr val="ef6c00"/>
                </a:solidFill>
                <a:latin typeface="PT Sans Narrow"/>
                <a:ea typeface="PT Sans Narrow"/>
              </a:rPr>
              <a:t>Problem 2: Grading – Report (50%)</a:t>
            </a:r>
            <a:endParaRPr b="0" lang="en-US" sz="3600" spc="-1" strike="noStrike">
              <a:solidFill>
                <a:srgbClr val="000000"/>
              </a:solidFill>
              <a:latin typeface="Arial"/>
            </a:endParaRPr>
          </a:p>
        </p:txBody>
      </p:sp>
      <p:sp>
        <p:nvSpPr>
          <p:cNvPr id="179"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a:lnSpc>
                <a:spcPct val="115000"/>
              </a:lnSpc>
              <a:buNone/>
              <a:tabLst>
                <a:tab algn="l" pos="0"/>
              </a:tabLst>
            </a:pPr>
            <a:r>
              <a:rPr b="0" lang="en-US" sz="1800" spc="-1" strike="noStrike">
                <a:solidFill>
                  <a:srgbClr val="695d46"/>
                </a:solidFill>
                <a:latin typeface="Open Sans"/>
                <a:ea typeface="Open Sans"/>
              </a:rPr>
              <a:t>Q1 (15%)</a:t>
            </a:r>
            <a:endParaRPr b="0" lang="en-US" sz="1800" spc="-1" strike="noStrike">
              <a:solidFill>
                <a:srgbClr val="000000"/>
              </a:solidFill>
              <a:latin typeface="Arial"/>
            </a:endParaRPr>
          </a:p>
          <a:p>
            <a:pPr lvl="1" marL="914400" indent="-324000" algn="just">
              <a:lnSpc>
                <a:spcPct val="100000"/>
              </a:lnSpc>
              <a:spcBef>
                <a:spcPts val="1001"/>
              </a:spcBef>
              <a:buClr>
                <a:srgbClr val="000000"/>
              </a:buClr>
              <a:buFont typeface="Arial"/>
              <a:buChar char="○"/>
              <a:tabLst>
                <a:tab algn="l" pos="0"/>
              </a:tabLst>
            </a:pPr>
            <a:r>
              <a:rPr b="0" lang="en-US" sz="1500" spc="-1" strike="noStrike">
                <a:solidFill>
                  <a:srgbClr val="000000"/>
                </a:solidFill>
                <a:latin typeface="Calibri"/>
                <a:ea typeface="Calibri"/>
              </a:rPr>
              <a:t>Try to explain the difficulty of sparse-view 3DGS in your own words. (5%)</a:t>
            </a:r>
            <a:endParaRPr b="0" lang="en-US" sz="1500" spc="-1" strike="noStrike">
              <a:solidFill>
                <a:srgbClr val="000000"/>
              </a:solidFill>
              <a:latin typeface="Arial"/>
            </a:endParaRPr>
          </a:p>
          <a:p>
            <a:pPr marL="914400" algn="just">
              <a:lnSpc>
                <a:spcPct val="100000"/>
              </a:lnSpc>
              <a:spcBef>
                <a:spcPts val="499"/>
              </a:spcBef>
              <a:buNone/>
              <a:tabLst>
                <a:tab algn="l" pos="0"/>
              </a:tabLst>
            </a:pPr>
            <a:endParaRPr b="0" lang="en-US" sz="1500" spc="-1" strike="noStrike">
              <a:solidFill>
                <a:srgbClr val="000000"/>
              </a:solidFill>
              <a:latin typeface="Arial"/>
            </a:endParaRPr>
          </a:p>
          <a:p>
            <a:pPr lvl="1" marL="914400" indent="-324000" algn="just">
              <a:lnSpc>
                <a:spcPct val="100000"/>
              </a:lnSpc>
              <a:spcBef>
                <a:spcPts val="499"/>
              </a:spcBef>
              <a:buClr>
                <a:srgbClr val="000000"/>
              </a:buClr>
              <a:buFont typeface="Arial"/>
              <a:buChar char="○"/>
              <a:tabLst>
                <a:tab algn="l" pos="0"/>
              </a:tabLst>
            </a:pPr>
            <a:r>
              <a:rPr b="0" lang="en-US" sz="1500" spc="-1" strike="noStrike">
                <a:solidFill>
                  <a:srgbClr val="000000"/>
                </a:solidFill>
                <a:latin typeface="Calibri"/>
                <a:ea typeface="Calibri"/>
              </a:rPr>
              <a:t>Compare 3D Gaussian Splatting with NeRF (pros &amp; cons) (5%)</a:t>
            </a:r>
            <a:endParaRPr b="0" lang="en-US" sz="1500" spc="-1" strike="noStrike">
              <a:solidFill>
                <a:srgbClr val="000000"/>
              </a:solidFill>
              <a:latin typeface="Arial"/>
            </a:endParaRPr>
          </a:p>
          <a:p>
            <a:pPr marL="914400" algn="just">
              <a:lnSpc>
                <a:spcPct val="100000"/>
              </a:lnSpc>
              <a:spcBef>
                <a:spcPts val="499"/>
              </a:spcBef>
              <a:buNone/>
              <a:tabLst>
                <a:tab algn="l" pos="0"/>
              </a:tabLst>
            </a:pPr>
            <a:endParaRPr b="0" lang="en-US" sz="1500" spc="-1" strike="noStrike">
              <a:solidFill>
                <a:srgbClr val="000000"/>
              </a:solidFill>
              <a:latin typeface="Arial"/>
            </a:endParaRPr>
          </a:p>
          <a:p>
            <a:pPr lvl="1" marL="914400" indent="-324000" algn="just">
              <a:lnSpc>
                <a:spcPct val="100000"/>
              </a:lnSpc>
              <a:spcBef>
                <a:spcPts val="499"/>
              </a:spcBef>
              <a:buClr>
                <a:srgbClr val="000000"/>
              </a:buClr>
              <a:buFont typeface="Arial"/>
              <a:buChar char="○"/>
              <a:tabLst>
                <a:tab algn="l" pos="0"/>
              </a:tabLst>
            </a:pPr>
            <a:r>
              <a:rPr b="0" lang="en-US" sz="1500" spc="-1" strike="noStrike">
                <a:solidFill>
                  <a:srgbClr val="000000"/>
                </a:solidFill>
                <a:latin typeface="Calibri"/>
                <a:ea typeface="Calibri"/>
              </a:rPr>
              <a:t>Which part of 3D Gaussian Splatting is the most important you think? Why? (5%)</a:t>
            </a:r>
            <a:endParaRPr b="0" lang="en-US" sz="1500" spc="-1" strike="noStrike">
              <a:solidFill>
                <a:srgbClr val="000000"/>
              </a:solidFill>
              <a:latin typeface="Arial"/>
            </a:endParaRPr>
          </a:p>
        </p:txBody>
      </p:sp>
      <p:sp>
        <p:nvSpPr>
          <p:cNvPr id="180" name="PlaceHolder 3"/>
          <p:cNvSpPr>
            <a:spLocks noGrp="1"/>
          </p:cNvSpPr>
          <p:nvPr>
            <p:ph type="sldNum" idx="17"/>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C97BA003-21E4-434F-ACC0-512783196560}" type="slidenum">
              <a:rPr b="0" lang="en-US" sz="1000" spc="-1" strike="noStrike">
                <a:solidFill>
                  <a:srgbClr val="695d46"/>
                </a:solidFill>
                <a:latin typeface="Open Sans"/>
                <a:ea typeface="Open Sans"/>
              </a:rPr>
              <a:t>15</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1000"/>
          </a:bodyPr>
          <a:p>
            <a:pPr>
              <a:lnSpc>
                <a:spcPct val="100000"/>
              </a:lnSpc>
              <a:buNone/>
              <a:tabLst>
                <a:tab algn="l" pos="0"/>
              </a:tabLst>
            </a:pPr>
            <a:r>
              <a:rPr b="1" lang="en-US" sz="3600" spc="-1" strike="noStrike">
                <a:solidFill>
                  <a:srgbClr val="ef6c00"/>
                </a:solidFill>
                <a:latin typeface="PT Sans Narrow"/>
                <a:ea typeface="PT Sans Narrow"/>
              </a:rPr>
              <a:t>Problem 2: Grading – Report (50%)</a:t>
            </a:r>
            <a:endParaRPr b="0" lang="en-US" sz="3600" spc="-1" strike="noStrike">
              <a:solidFill>
                <a:srgbClr val="000000"/>
              </a:solidFill>
              <a:latin typeface="Arial"/>
            </a:endParaRPr>
          </a:p>
        </p:txBody>
      </p:sp>
      <p:sp>
        <p:nvSpPr>
          <p:cNvPr id="182"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a:lnSpc>
                <a:spcPct val="115000"/>
              </a:lnSpc>
              <a:buNone/>
              <a:tabLst>
                <a:tab algn="l" pos="0"/>
              </a:tabLst>
            </a:pPr>
            <a:r>
              <a:rPr b="0" lang="en-US" sz="1800" spc="-1" strike="noStrike">
                <a:solidFill>
                  <a:srgbClr val="695d46"/>
                </a:solidFill>
                <a:latin typeface="Open Sans"/>
                <a:ea typeface="Open Sans"/>
              </a:rPr>
              <a:t>Q2 (35%) </a:t>
            </a:r>
            <a:r>
              <a:rPr b="0" lang="en-US" sz="1400" spc="-1" strike="noStrike">
                <a:solidFill>
                  <a:srgbClr val="000000"/>
                </a:solidFill>
                <a:latin typeface="Calibri"/>
                <a:ea typeface="Calibri"/>
              </a:rPr>
              <a:t>Given novel view camera pose, your 3D gaussians should be able to render novel view images. Please evaluate your generated images and ground truth images with the following three metrics (mentioned in the </a:t>
            </a:r>
            <a:r>
              <a:rPr b="0" lang="en-US" sz="1400" spc="-1" strike="noStrike" u="sng">
                <a:solidFill>
                  <a:srgbClr val="0563c1"/>
                </a:solidFill>
                <a:uFillTx/>
                <a:latin typeface="Calibri"/>
                <a:ea typeface="Calibri"/>
                <a:hlinkClick r:id="rId1"/>
              </a:rPr>
              <a:t>InstantSplat paper</a:t>
            </a:r>
            <a:r>
              <a:rPr b="0" lang="en-US" sz="1400" spc="-1" strike="noStrike">
                <a:solidFill>
                  <a:srgbClr val="000000"/>
                </a:solidFill>
                <a:latin typeface="Calibri"/>
                <a:ea typeface="Calibri"/>
              </a:rPr>
              <a:t>). Try to use at least </a:t>
            </a:r>
            <a:r>
              <a:rPr b="1" lang="en-US" sz="1400" spc="-1" strike="noStrike" u="sng">
                <a:solidFill>
                  <a:srgbClr val="000000"/>
                </a:solidFill>
                <a:uFillTx/>
                <a:latin typeface="Calibri"/>
                <a:ea typeface="Calibri"/>
              </a:rPr>
              <a:t>three</a:t>
            </a:r>
            <a:r>
              <a:rPr b="1" lang="en-US" sz="1400" spc="-1" strike="noStrike">
                <a:solidFill>
                  <a:srgbClr val="000000"/>
                </a:solidFill>
                <a:latin typeface="Calibri"/>
                <a:ea typeface="Calibri"/>
              </a:rPr>
              <a:t> </a:t>
            </a:r>
            <a:r>
              <a:rPr b="0" lang="en-US" sz="1400" spc="-1" strike="noStrike">
                <a:solidFill>
                  <a:srgbClr val="000000"/>
                </a:solidFill>
                <a:latin typeface="Calibri"/>
                <a:ea typeface="Calibri"/>
              </a:rPr>
              <a:t>different hyperparameter settings and discuss/analyze the results.</a:t>
            </a:r>
            <a:endParaRPr b="0" lang="en-US" sz="1400" spc="-1" strike="noStrike">
              <a:solidFill>
                <a:srgbClr val="000000"/>
              </a:solidFill>
              <a:latin typeface="Arial"/>
            </a:endParaRPr>
          </a:p>
          <a:p>
            <a:pPr lvl="1" marL="685800" indent="-254160" algn="just">
              <a:lnSpc>
                <a:spcPct val="100000"/>
              </a:lnSpc>
              <a:spcBef>
                <a:spcPts val="1001"/>
              </a:spcBef>
              <a:buClr>
                <a:srgbClr val="000000"/>
              </a:buClr>
              <a:buFont typeface="Arial"/>
              <a:buChar char="•"/>
              <a:tabLst>
                <a:tab algn="l" pos="0"/>
              </a:tabLst>
            </a:pPr>
            <a:r>
              <a:rPr b="1" lang="en-US" sz="1400" spc="-1" strike="noStrike">
                <a:solidFill>
                  <a:srgbClr val="000000"/>
                </a:solidFill>
                <a:latin typeface="Calibri"/>
                <a:ea typeface="Calibri"/>
              </a:rPr>
              <a:t>Please report the PSNR/SSIM/LPIPS on the image set.</a:t>
            </a:r>
            <a:endParaRPr b="0" lang="en-US" sz="1400" spc="-1" strike="noStrike">
              <a:solidFill>
                <a:srgbClr val="000000"/>
              </a:solidFill>
              <a:latin typeface="Arial"/>
            </a:endParaRPr>
          </a:p>
          <a:p>
            <a:pPr lvl="1" marL="685800" indent="-254160" algn="just">
              <a:lnSpc>
                <a:spcPct val="100000"/>
              </a:lnSpc>
              <a:spcBef>
                <a:spcPts val="499"/>
              </a:spcBef>
              <a:buClr>
                <a:srgbClr val="000000"/>
              </a:buClr>
              <a:buFont typeface="Arial"/>
              <a:buChar char="•"/>
              <a:tabLst>
                <a:tab algn="l" pos="0"/>
              </a:tabLst>
            </a:pPr>
            <a:r>
              <a:rPr b="1" lang="en-US" sz="1400" spc="-1" strike="noStrike">
                <a:solidFill>
                  <a:srgbClr val="000000"/>
                </a:solidFill>
                <a:latin typeface="Calibri"/>
                <a:ea typeface="Calibri"/>
              </a:rPr>
              <a:t>Different settings such as learning rate, iterations, densification, etc.</a:t>
            </a:r>
            <a:endParaRPr b="0" lang="en-US" sz="1400" spc="-1" strike="noStrike">
              <a:solidFill>
                <a:srgbClr val="000000"/>
              </a:solidFill>
              <a:latin typeface="Arial"/>
            </a:endParaRPr>
          </a:p>
          <a:p>
            <a:pPr lvl="1" marL="685800" indent="-254160" algn="just">
              <a:lnSpc>
                <a:spcPct val="100000"/>
              </a:lnSpc>
              <a:spcBef>
                <a:spcPts val="499"/>
              </a:spcBef>
              <a:buClr>
                <a:srgbClr val="000000"/>
              </a:buClr>
              <a:buFont typeface="Calibri"/>
              <a:buChar char="•"/>
              <a:tabLst>
                <a:tab algn="l" pos="0"/>
              </a:tabLst>
            </a:pPr>
            <a:r>
              <a:rPr b="1" lang="en-US" sz="1400" spc="-1" strike="noStrike">
                <a:solidFill>
                  <a:srgbClr val="000000"/>
                </a:solidFill>
                <a:latin typeface="Calibri"/>
                <a:ea typeface="Calibri"/>
              </a:rPr>
              <a:t>Also attach visualization to the report and analyze the differences (additional visualization e.g. </a:t>
            </a:r>
            <a:r>
              <a:rPr b="1" lang="en-US" sz="1400" spc="-1" strike="noStrike" u="sng">
                <a:solidFill>
                  <a:srgbClr val="009668"/>
                </a:solidFill>
                <a:uFillTx/>
                <a:latin typeface="Calibri"/>
                <a:ea typeface="Calibri"/>
                <a:hlinkClick r:id="rId2"/>
              </a:rPr>
              <a:t>supersplat</a:t>
            </a:r>
            <a:r>
              <a:rPr b="1" lang="en-US" sz="1400" spc="-1" strike="noStrike">
                <a:solidFill>
                  <a:srgbClr val="000000"/>
                </a:solidFill>
                <a:latin typeface="Calibri"/>
                <a:ea typeface="Calibri"/>
              </a:rPr>
              <a:t> is encouraged.)</a:t>
            </a:r>
            <a:endParaRPr b="0" lang="en-US" sz="1400" spc="-1" strike="noStrike">
              <a:solidFill>
                <a:srgbClr val="000000"/>
              </a:solidFill>
              <a:latin typeface="Arial"/>
            </a:endParaRPr>
          </a:p>
          <a:p>
            <a:pPr>
              <a:lnSpc>
                <a:spcPct val="115000"/>
              </a:lnSpc>
              <a:spcAft>
                <a:spcPts val="1001"/>
              </a:spcAft>
              <a:buNone/>
              <a:tabLst>
                <a:tab algn="l" pos="0"/>
              </a:tabLst>
            </a:pPr>
            <a:endParaRPr b="0" lang="en-US" sz="1400" spc="-1" strike="noStrike">
              <a:solidFill>
                <a:srgbClr val="000000"/>
              </a:solidFill>
              <a:latin typeface="Arial"/>
            </a:endParaRPr>
          </a:p>
        </p:txBody>
      </p:sp>
      <p:sp>
        <p:nvSpPr>
          <p:cNvPr id="183" name="PlaceHolder 3"/>
          <p:cNvSpPr>
            <a:spLocks noGrp="1"/>
          </p:cNvSpPr>
          <p:nvPr>
            <p:ph type="sldNum" idx="18"/>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C5FDDC23-C6F7-4EA9-BD7C-65B342EEE92E}" type="slidenum">
              <a:rPr b="0" lang="en-US" sz="1000" spc="-1" strike="noStrike">
                <a:solidFill>
                  <a:srgbClr val="695d46"/>
                </a:solidFill>
                <a:latin typeface="Open Sans"/>
                <a:ea typeface="Open Sans"/>
              </a:rPr>
              <a:t>16</a:t>
            </a:fld>
            <a:endParaRPr b="0" lang="en-US" sz="1000" spc="-1" strike="noStrike">
              <a:latin typeface="Times New Roman"/>
            </a:endParaRPr>
          </a:p>
        </p:txBody>
      </p:sp>
      <p:graphicFrame>
        <p:nvGraphicFramePr>
          <p:cNvPr id="184" name="Google Shape;183;p28"/>
          <p:cNvGraphicFramePr/>
          <p:nvPr/>
        </p:nvGraphicFramePr>
        <p:xfrm>
          <a:off x="781200" y="3390840"/>
          <a:ext cx="5989320" cy="1428120"/>
        </p:xfrm>
        <a:graphic>
          <a:graphicData uri="http://schemas.openxmlformats.org/drawingml/2006/table">
            <a:tbl>
              <a:tblPr/>
              <a:tblGrid>
                <a:gridCol w="1544760"/>
                <a:gridCol w="1395360"/>
                <a:gridCol w="1609200"/>
                <a:gridCol w="1440000"/>
              </a:tblGrid>
              <a:tr h="292680">
                <a:tc>
                  <a:txBody>
                    <a:bodyPr lIns="68400" rIns="68400" tIns="68400" bIns="68400" anchor="t">
                      <a:noAutofit/>
                    </a:bodyPr>
                    <a:p>
                      <a:pPr algn="ctr">
                        <a:lnSpc>
                          <a:spcPct val="100000"/>
                        </a:lnSpc>
                        <a:buNone/>
                        <a:tabLst>
                          <a:tab algn="l" pos="0"/>
                        </a:tabLst>
                      </a:pPr>
                      <a:r>
                        <a:rPr b="1" lang="en-US" sz="1100" spc="-1" strike="noStrike">
                          <a:solidFill>
                            <a:srgbClr val="000000"/>
                          </a:solidFill>
                          <a:latin typeface="Arial"/>
                          <a:ea typeface="Arial"/>
                        </a:rPr>
                        <a:t>Setting</a:t>
                      </a:r>
                      <a:endParaRPr b="0" lang="en-US" sz="1100" spc="-1" strike="noStrike">
                        <a:latin typeface="Arial"/>
                      </a:endParaRPr>
                    </a:p>
                  </a:txBody>
                  <a:tcPr anchor="t" marL="68400" marR="68400">
                    <a:lnL w="9360">
                      <a:solidFill>
                        <a:srgbClr val="ffffff"/>
                      </a:solidFill>
                    </a:lnL>
                    <a:lnR w="9360">
                      <a:solidFill>
                        <a:srgbClr val="000000"/>
                      </a:solidFill>
                    </a:lnR>
                    <a:lnT w="9360">
                      <a:solidFill>
                        <a:srgbClr val="ffffff"/>
                      </a:solidFill>
                    </a:lnT>
                    <a:lnB w="9360">
                      <a:solidFill>
                        <a:srgbClr val="000000"/>
                      </a:solidFill>
                    </a:lnB>
                    <a:noFill/>
                  </a:tcPr>
                </a:tc>
                <a:tc>
                  <a:txBody>
                    <a:bodyPr lIns="68400" rIns="68400" tIns="68400" bIns="68400" anchor="t">
                      <a:noAutofit/>
                    </a:bodyPr>
                    <a:p>
                      <a:pPr>
                        <a:lnSpc>
                          <a:spcPct val="100000"/>
                        </a:lnSpc>
                        <a:buNone/>
                        <a:tabLst>
                          <a:tab algn="l" pos="0"/>
                        </a:tabLst>
                      </a:pPr>
                      <a:r>
                        <a:rPr b="1" lang="en-US" sz="1100" spc="-1" strike="noStrike">
                          <a:solidFill>
                            <a:srgbClr val="000000"/>
                          </a:solidFill>
                          <a:latin typeface="Arial"/>
                          <a:ea typeface="Arial"/>
                        </a:rPr>
                        <a:t>PSNR</a:t>
                      </a:r>
                      <a:endParaRPr b="0" lang="en-US" sz="1100" spc="-1" strike="noStrike">
                        <a:latin typeface="Arial"/>
                      </a:endParaRPr>
                    </a:p>
                  </a:txBody>
                  <a:tcPr anchor="t" marL="68400" marR="68400">
                    <a:lnL w="9360">
                      <a:solidFill>
                        <a:srgbClr val="000000"/>
                      </a:solidFill>
                    </a:lnL>
                    <a:lnR w="9360">
                      <a:solidFill>
                        <a:srgbClr val="000000"/>
                      </a:solidFill>
                    </a:lnR>
                    <a:lnT w="9360">
                      <a:solidFill>
                        <a:srgbClr val="ffffff"/>
                      </a:solidFill>
                    </a:lnT>
                    <a:lnB w="9360">
                      <a:solidFill>
                        <a:srgbClr val="000000"/>
                      </a:solidFill>
                    </a:lnB>
                    <a:noFill/>
                  </a:tcPr>
                </a:tc>
                <a:tc>
                  <a:txBody>
                    <a:bodyPr lIns="68400" rIns="68400" tIns="68400" bIns="68400" anchor="t">
                      <a:noAutofit/>
                    </a:bodyPr>
                    <a:p>
                      <a:pPr>
                        <a:lnSpc>
                          <a:spcPct val="100000"/>
                        </a:lnSpc>
                        <a:buNone/>
                        <a:tabLst>
                          <a:tab algn="l" pos="0"/>
                        </a:tabLst>
                      </a:pPr>
                      <a:r>
                        <a:rPr b="1" lang="en-US" sz="1100" spc="-1" strike="noStrike">
                          <a:solidFill>
                            <a:srgbClr val="000000"/>
                          </a:solidFill>
                          <a:latin typeface="Arial"/>
                          <a:ea typeface="Arial"/>
                        </a:rPr>
                        <a:t>SSIM</a:t>
                      </a:r>
                      <a:endParaRPr b="0" lang="en-US" sz="1100" spc="-1" strike="noStrike">
                        <a:latin typeface="Arial"/>
                      </a:endParaRPr>
                    </a:p>
                  </a:txBody>
                  <a:tcPr anchor="t" marL="68400" marR="68400">
                    <a:lnL w="9360">
                      <a:solidFill>
                        <a:srgbClr val="000000"/>
                      </a:solidFill>
                    </a:lnL>
                    <a:lnR w="9360">
                      <a:solidFill>
                        <a:srgbClr val="000000"/>
                      </a:solidFill>
                    </a:lnR>
                    <a:lnT w="9360">
                      <a:solidFill>
                        <a:srgbClr val="ffffff"/>
                      </a:solidFill>
                    </a:lnT>
                    <a:lnB w="9360">
                      <a:solidFill>
                        <a:srgbClr val="000000"/>
                      </a:solidFill>
                    </a:lnB>
                    <a:noFill/>
                  </a:tcPr>
                </a:tc>
                <a:tc>
                  <a:txBody>
                    <a:bodyPr lIns="68400" rIns="68400" tIns="68400" bIns="68400" anchor="t">
                      <a:noAutofit/>
                    </a:bodyPr>
                    <a:p>
                      <a:pPr>
                        <a:lnSpc>
                          <a:spcPct val="100000"/>
                        </a:lnSpc>
                        <a:buNone/>
                        <a:tabLst>
                          <a:tab algn="l" pos="0"/>
                        </a:tabLst>
                      </a:pPr>
                      <a:r>
                        <a:rPr b="1" lang="en-US" sz="1100" spc="-1" strike="noStrike">
                          <a:solidFill>
                            <a:srgbClr val="000000"/>
                          </a:solidFill>
                          <a:latin typeface="Arial"/>
                          <a:ea typeface="Arial"/>
                        </a:rPr>
                        <a:t>LPIPS (vgg)</a:t>
                      </a:r>
                      <a:endParaRPr b="0" lang="en-US" sz="1100" spc="-1" strike="noStrike">
                        <a:latin typeface="Arial"/>
                      </a:endParaRPr>
                    </a:p>
                  </a:txBody>
                  <a:tcPr anchor="t" marL="68400" marR="68400">
                    <a:lnL w="9360">
                      <a:solidFill>
                        <a:srgbClr val="000000"/>
                      </a:solidFill>
                    </a:lnL>
                    <a:lnR w="9360">
                      <a:solidFill>
                        <a:srgbClr val="000000"/>
                      </a:solidFill>
                    </a:lnR>
                    <a:lnT w="9360">
                      <a:solidFill>
                        <a:srgbClr val="ffffff"/>
                      </a:solidFill>
                    </a:lnT>
                    <a:lnB w="9360">
                      <a:solidFill>
                        <a:srgbClr val="000000"/>
                      </a:solidFill>
                    </a:lnB>
                    <a:noFill/>
                  </a:tcPr>
                </a:tc>
              </a:tr>
              <a:tr h="603720">
                <a:tc>
                  <a:txBody>
                    <a:bodyPr lIns="68400" rIns="68400" tIns="68400" bIns="68400" anchor="t">
                      <a:noAutofit/>
                    </a:bodyPr>
                    <a:p>
                      <a:pPr algn="ctr">
                        <a:lnSpc>
                          <a:spcPct val="100000"/>
                        </a:lnSpc>
                        <a:buNone/>
                        <a:tabLst>
                          <a:tab algn="l" pos="0"/>
                        </a:tabLst>
                      </a:pPr>
                      <a:r>
                        <a:rPr b="0" lang="en-US" sz="1100" spc="-1" strike="noStrike">
                          <a:solidFill>
                            <a:srgbClr val="000000"/>
                          </a:solidFill>
                          <a:latin typeface="Arial"/>
                          <a:ea typeface="Arial"/>
                        </a:rPr>
                        <a:t>Setting 1</a:t>
                      </a:r>
                      <a:endParaRPr b="0" lang="en-US" sz="1100" spc="-1" strike="noStrike">
                        <a:latin typeface="Arial"/>
                      </a:endParaRPr>
                    </a:p>
                    <a:p>
                      <a:pPr algn="ctr">
                        <a:lnSpc>
                          <a:spcPct val="100000"/>
                        </a:lnSpc>
                        <a:buNone/>
                        <a:tabLst>
                          <a:tab algn="l" pos="0"/>
                        </a:tabLst>
                      </a:pPr>
                      <a:r>
                        <a:rPr b="0" lang="en-US" sz="1100" spc="-1" strike="noStrike">
                          <a:solidFill>
                            <a:srgbClr val="000000"/>
                          </a:solidFill>
                          <a:latin typeface="Arial"/>
                          <a:ea typeface="Arial"/>
                        </a:rPr>
                        <a:t>(You need to write your setting)</a:t>
                      </a:r>
                      <a:endParaRPr b="0" lang="en-US" sz="1100" spc="-1" strike="noStrike">
                        <a:latin typeface="Arial"/>
                      </a:endParaRPr>
                    </a:p>
                  </a:txBody>
                  <a:tcPr anchor="t" marL="68400" marR="68400">
                    <a:lnL w="9360">
                      <a:solidFill>
                        <a:srgbClr val="ffffff"/>
                      </a:solidFill>
                    </a:lnL>
                    <a:lnR w="9360">
                      <a:solidFill>
                        <a:srgbClr val="000000"/>
                      </a:solidFill>
                    </a:lnR>
                    <a:lnT w="9360">
                      <a:solidFill>
                        <a:srgbClr val="000000"/>
                      </a:solidFill>
                    </a:lnT>
                    <a:lnB w="9360">
                      <a:solidFill>
                        <a:srgbClr val="ffffff"/>
                      </a:solidFill>
                    </a:lnB>
                    <a:noFill/>
                  </a:tcPr>
                </a:tc>
                <a:tc>
                  <a:txBody>
                    <a:bodyPr lIns="68400" rIns="68400" tIns="68400" bIns="68400" anchor="t">
                      <a:noAutofit/>
                    </a:bodyPr>
                    <a:p>
                      <a:pPr algn="ctr">
                        <a:lnSpc>
                          <a:spcPct val="100000"/>
                        </a:lnSpc>
                        <a:buNone/>
                        <a:tabLst>
                          <a:tab algn="l" pos="0"/>
                        </a:tabLst>
                      </a:pPr>
                      <a:r>
                        <a:rPr b="0" i="1" lang="en-US" sz="1100" spc="-1" strike="noStrike" u="sng">
                          <a:solidFill>
                            <a:srgbClr val="000000"/>
                          </a:solidFill>
                          <a:uFillTx/>
                          <a:latin typeface="Arial"/>
                          <a:ea typeface="Arial"/>
                        </a:rPr>
                        <a:t>TODO</a:t>
                      </a:r>
                      <a:endParaRPr b="0" lang="en-US" sz="1100" spc="-1" strike="noStrike">
                        <a:latin typeface="Arial"/>
                      </a:endParaRPr>
                    </a:p>
                  </a:txBody>
                  <a:tcPr anchor="t" marL="68400" marR="68400">
                    <a:lnL w="9360">
                      <a:solidFill>
                        <a:srgbClr val="000000"/>
                      </a:solidFill>
                    </a:lnL>
                    <a:lnR w="9360">
                      <a:solidFill>
                        <a:srgbClr val="000000"/>
                      </a:solidFill>
                    </a:lnR>
                    <a:lnT w="9360">
                      <a:solidFill>
                        <a:srgbClr val="000000"/>
                      </a:solidFill>
                    </a:lnT>
                    <a:lnB w="9360">
                      <a:solidFill>
                        <a:srgbClr val="ffffff"/>
                      </a:solidFill>
                    </a:lnB>
                    <a:noFill/>
                  </a:tcPr>
                </a:tc>
                <a:tc>
                  <a:txBody>
                    <a:bodyPr lIns="68400" rIns="68400" tIns="68400" bIns="68400" anchor="t">
                      <a:noAutofit/>
                    </a:bodyPr>
                    <a:p>
                      <a:pPr algn="ctr">
                        <a:lnSpc>
                          <a:spcPct val="100000"/>
                        </a:lnSpc>
                        <a:buNone/>
                        <a:tabLst>
                          <a:tab algn="l" pos="0"/>
                        </a:tabLst>
                      </a:pPr>
                      <a:r>
                        <a:rPr b="0" i="1" lang="en-US" sz="1100" spc="-1" strike="noStrike" u="sng">
                          <a:solidFill>
                            <a:srgbClr val="000000"/>
                          </a:solidFill>
                          <a:uFillTx/>
                          <a:latin typeface="Arial"/>
                          <a:ea typeface="Arial"/>
                        </a:rPr>
                        <a:t>TODO</a:t>
                      </a:r>
                      <a:endParaRPr b="0" lang="en-US" sz="1100" spc="-1" strike="noStrike">
                        <a:latin typeface="Arial"/>
                      </a:endParaRPr>
                    </a:p>
                  </a:txBody>
                  <a:tcPr anchor="t" marL="68400" marR="68400">
                    <a:lnL w="9360">
                      <a:solidFill>
                        <a:srgbClr val="000000"/>
                      </a:solidFill>
                    </a:lnL>
                    <a:lnR w="9360">
                      <a:solidFill>
                        <a:srgbClr val="000000"/>
                      </a:solidFill>
                    </a:lnR>
                    <a:lnT w="9360">
                      <a:solidFill>
                        <a:srgbClr val="000000"/>
                      </a:solidFill>
                    </a:lnT>
                    <a:lnB w="9360">
                      <a:solidFill>
                        <a:srgbClr val="ffffff"/>
                      </a:solidFill>
                    </a:lnB>
                    <a:noFill/>
                  </a:tcPr>
                </a:tc>
                <a:tc>
                  <a:txBody>
                    <a:bodyPr lIns="68400" rIns="68400" tIns="68400" bIns="68400" anchor="t">
                      <a:noAutofit/>
                    </a:bodyPr>
                    <a:p>
                      <a:pPr algn="ctr">
                        <a:lnSpc>
                          <a:spcPct val="100000"/>
                        </a:lnSpc>
                        <a:buNone/>
                        <a:tabLst>
                          <a:tab algn="l" pos="0"/>
                        </a:tabLst>
                      </a:pPr>
                      <a:r>
                        <a:rPr b="0" i="1" lang="en-US" sz="1100" spc="-1" strike="noStrike" u="sng">
                          <a:solidFill>
                            <a:srgbClr val="000000"/>
                          </a:solidFill>
                          <a:uFillTx/>
                          <a:latin typeface="Arial"/>
                          <a:ea typeface="Arial"/>
                        </a:rPr>
                        <a:t>TODO</a:t>
                      </a:r>
                      <a:endParaRPr b="0" lang="en-US" sz="1100" spc="-1" strike="noStrike">
                        <a:latin typeface="Arial"/>
                      </a:endParaRPr>
                    </a:p>
                  </a:txBody>
                  <a:tcPr anchor="t" marL="68400" marR="68400">
                    <a:lnL w="9360">
                      <a:solidFill>
                        <a:srgbClr val="000000"/>
                      </a:solidFill>
                    </a:lnL>
                    <a:lnR w="9360">
                      <a:solidFill>
                        <a:srgbClr val="000000"/>
                      </a:solidFill>
                    </a:lnR>
                    <a:lnT w="9360">
                      <a:solidFill>
                        <a:srgbClr val="000000"/>
                      </a:solidFill>
                    </a:lnT>
                    <a:lnB w="9360">
                      <a:solidFill>
                        <a:srgbClr val="ffffff"/>
                      </a:solidFill>
                    </a:lnB>
                    <a:noFill/>
                  </a:tcPr>
                </a:tc>
              </a:tr>
              <a:tr h="759240">
                <a:tc>
                  <a:txBody>
                    <a:bodyPr lIns="68400" rIns="68400" tIns="68400" bIns="68400" anchor="t">
                      <a:noAutofit/>
                    </a:bodyPr>
                    <a:p>
                      <a:pPr algn="ctr">
                        <a:lnSpc>
                          <a:spcPct val="100000"/>
                        </a:lnSpc>
                        <a:buNone/>
                        <a:tabLst>
                          <a:tab algn="l" pos="0"/>
                        </a:tabLst>
                      </a:pPr>
                      <a:r>
                        <a:rPr b="0" lang="en-US" sz="1100" spc="-1" strike="noStrike">
                          <a:solidFill>
                            <a:srgbClr val="000000"/>
                          </a:solidFill>
                          <a:latin typeface="Arial"/>
                          <a:ea typeface="Arial"/>
                        </a:rPr>
                        <a:t>Setting 2</a:t>
                      </a:r>
                      <a:endParaRPr b="0" lang="en-US" sz="1100" spc="-1" strike="noStrike">
                        <a:latin typeface="Arial"/>
                      </a:endParaRPr>
                    </a:p>
                    <a:p>
                      <a:pPr algn="ctr">
                        <a:lnSpc>
                          <a:spcPct val="100000"/>
                        </a:lnSpc>
                        <a:buNone/>
                        <a:tabLst>
                          <a:tab algn="l" pos="0"/>
                        </a:tabLst>
                      </a:pPr>
                      <a:r>
                        <a:rPr b="0" lang="en-US" sz="1100" spc="-1" strike="noStrike">
                          <a:solidFill>
                            <a:srgbClr val="000000"/>
                          </a:solidFill>
                          <a:latin typeface="Arial"/>
                          <a:ea typeface="Arial"/>
                        </a:rPr>
                        <a:t>(You need to write your setting)</a:t>
                      </a:r>
                      <a:endParaRPr b="0" lang="en-US" sz="1100" spc="-1" strike="noStrike">
                        <a:latin typeface="Arial"/>
                      </a:endParaRPr>
                    </a:p>
                    <a:p>
                      <a:pPr algn="ctr">
                        <a:lnSpc>
                          <a:spcPct val="100000"/>
                        </a:lnSpc>
                        <a:buNone/>
                        <a:tabLst>
                          <a:tab algn="l" pos="0"/>
                        </a:tabLst>
                      </a:pPr>
                      <a:r>
                        <a:rPr b="0" lang="en-US" sz="1100" spc="-1" strike="noStrike">
                          <a:solidFill>
                            <a:srgbClr val="000000"/>
                          </a:solidFill>
                          <a:latin typeface="Arial"/>
                          <a:ea typeface="Arial"/>
                        </a:rPr>
                        <a:t>…</a:t>
                      </a:r>
                      <a:endParaRPr b="0" lang="en-US" sz="1100" spc="-1" strike="noStrike">
                        <a:latin typeface="Arial"/>
                      </a:endParaRPr>
                    </a:p>
                  </a:txBody>
                  <a:tcPr anchor="t" marL="68400" marR="68400">
                    <a:lnL w="9360">
                      <a:solidFill>
                        <a:srgbClr val="ffffff"/>
                      </a:solidFill>
                    </a:lnL>
                    <a:lnR w="9360">
                      <a:solidFill>
                        <a:srgbClr val="000000"/>
                      </a:solidFill>
                    </a:lnR>
                    <a:lnT w="9360">
                      <a:solidFill>
                        <a:srgbClr val="ffffff"/>
                      </a:solidFill>
                    </a:lnT>
                    <a:lnB w="9360">
                      <a:solidFill>
                        <a:srgbClr val="ffffff"/>
                      </a:solidFill>
                    </a:lnB>
                    <a:noFill/>
                  </a:tcPr>
                </a:tc>
                <a:tc>
                  <a:txBody>
                    <a:bodyPr lIns="68400" rIns="68400" tIns="68400" bIns="68400" anchor="t">
                      <a:noAutofit/>
                    </a:bodyPr>
                    <a:p>
                      <a:pPr algn="ctr">
                        <a:lnSpc>
                          <a:spcPct val="100000"/>
                        </a:lnSpc>
                        <a:buNone/>
                        <a:tabLst>
                          <a:tab algn="l" pos="0"/>
                        </a:tabLst>
                      </a:pPr>
                      <a:r>
                        <a:rPr b="0" i="1" lang="en-US" sz="1100" spc="-1" strike="noStrike" u="sng">
                          <a:solidFill>
                            <a:srgbClr val="000000"/>
                          </a:solidFill>
                          <a:uFillTx/>
                          <a:latin typeface="Arial"/>
                          <a:ea typeface="Arial"/>
                        </a:rPr>
                        <a:t>TODO</a:t>
                      </a:r>
                      <a:endParaRPr b="0" lang="en-US" sz="1100" spc="-1" strike="noStrike">
                        <a:latin typeface="Arial"/>
                      </a:endParaRPr>
                    </a:p>
                  </a:txBody>
                  <a:tcPr anchor="t" marL="68400" marR="68400">
                    <a:lnL w="9360">
                      <a:solidFill>
                        <a:srgbClr val="000000"/>
                      </a:solidFill>
                    </a:lnL>
                    <a:lnR w="9360">
                      <a:solidFill>
                        <a:srgbClr val="000000"/>
                      </a:solidFill>
                    </a:lnR>
                    <a:lnT w="9360">
                      <a:solidFill>
                        <a:srgbClr val="ffffff"/>
                      </a:solidFill>
                    </a:lnT>
                    <a:lnB w="9360">
                      <a:solidFill>
                        <a:srgbClr val="ffffff"/>
                      </a:solidFill>
                    </a:lnB>
                    <a:noFill/>
                  </a:tcPr>
                </a:tc>
                <a:tc>
                  <a:txBody>
                    <a:bodyPr lIns="68400" rIns="68400" tIns="68400" bIns="68400" anchor="t">
                      <a:noAutofit/>
                    </a:bodyPr>
                    <a:p>
                      <a:pPr algn="ctr">
                        <a:lnSpc>
                          <a:spcPct val="100000"/>
                        </a:lnSpc>
                        <a:buNone/>
                        <a:tabLst>
                          <a:tab algn="l" pos="0"/>
                        </a:tabLst>
                      </a:pPr>
                      <a:r>
                        <a:rPr b="0" i="1" lang="en-US" sz="1100" spc="-1" strike="noStrike" u="sng">
                          <a:solidFill>
                            <a:srgbClr val="000000"/>
                          </a:solidFill>
                          <a:uFillTx/>
                          <a:latin typeface="Arial"/>
                          <a:ea typeface="Arial"/>
                        </a:rPr>
                        <a:t>TODO</a:t>
                      </a:r>
                      <a:endParaRPr b="0" lang="en-US" sz="1100" spc="-1" strike="noStrike">
                        <a:latin typeface="Arial"/>
                      </a:endParaRPr>
                    </a:p>
                  </a:txBody>
                  <a:tcPr anchor="t" marL="68400" marR="68400">
                    <a:lnL w="9360">
                      <a:solidFill>
                        <a:srgbClr val="000000"/>
                      </a:solidFill>
                    </a:lnL>
                    <a:lnR w="9360">
                      <a:solidFill>
                        <a:srgbClr val="000000"/>
                      </a:solidFill>
                    </a:lnR>
                    <a:lnT w="9360">
                      <a:solidFill>
                        <a:srgbClr val="ffffff"/>
                      </a:solidFill>
                    </a:lnT>
                    <a:lnB w="9360">
                      <a:solidFill>
                        <a:srgbClr val="ffffff"/>
                      </a:solidFill>
                    </a:lnB>
                    <a:noFill/>
                  </a:tcPr>
                </a:tc>
                <a:tc>
                  <a:txBody>
                    <a:bodyPr lIns="68400" rIns="68400" tIns="68400" bIns="68400" anchor="t">
                      <a:noAutofit/>
                    </a:bodyPr>
                    <a:p>
                      <a:pPr algn="ctr">
                        <a:lnSpc>
                          <a:spcPct val="100000"/>
                        </a:lnSpc>
                        <a:buNone/>
                        <a:tabLst>
                          <a:tab algn="l" pos="0"/>
                        </a:tabLst>
                      </a:pPr>
                      <a:r>
                        <a:rPr b="0" i="1" lang="en-US" sz="1100" spc="-1" strike="noStrike" u="sng">
                          <a:solidFill>
                            <a:srgbClr val="000000"/>
                          </a:solidFill>
                          <a:uFillTx/>
                          <a:latin typeface="Arial"/>
                          <a:ea typeface="Arial"/>
                        </a:rPr>
                        <a:t>TODO</a:t>
                      </a:r>
                      <a:endParaRPr b="0" lang="en-US" sz="1100" spc="-1" strike="noStrike">
                        <a:latin typeface="Arial"/>
                      </a:endParaRPr>
                    </a:p>
                  </a:txBody>
                  <a:tcPr anchor="t" marL="68400" marR="68400">
                    <a:lnL w="9360">
                      <a:solidFill>
                        <a:srgbClr val="000000"/>
                      </a:solidFill>
                    </a:lnL>
                    <a:lnR w="9360">
                      <a:solidFill>
                        <a:srgbClr val="000000"/>
                      </a:solidFill>
                    </a:lnR>
                    <a:lnT w="9360">
                      <a:solidFill>
                        <a:srgbClr val="ffffff"/>
                      </a:solidFill>
                    </a:lnT>
                    <a:lnB w="9360">
                      <a:solidFill>
                        <a:srgbClr val="ffffff"/>
                      </a:solidFill>
                    </a:lnB>
                    <a:noFill/>
                  </a:tcPr>
                </a:tc>
              </a:tr>
            </a:tbl>
          </a:graphicData>
        </a:graphic>
      </p:graphicFrame>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311760" y="814680"/>
            <a:ext cx="8570880" cy="941760"/>
          </a:xfrm>
          <a:prstGeom prst="rect">
            <a:avLst/>
          </a:prstGeom>
          <a:noFill/>
          <a:ln w="0">
            <a:noFill/>
          </a:ln>
        </p:spPr>
        <p:txBody>
          <a:bodyPr tIns="91440" bIns="91440" anchor="ctr">
            <a:normAutofit/>
          </a:bodyPr>
          <a:p>
            <a:pPr algn="ctr">
              <a:lnSpc>
                <a:spcPct val="100000"/>
              </a:lnSpc>
              <a:buNone/>
              <a:tabLst>
                <a:tab algn="l" pos="0"/>
              </a:tabLst>
            </a:pPr>
            <a:r>
              <a:rPr b="1" lang="en-US" sz="3600" spc="-1" strike="noStrike">
                <a:solidFill>
                  <a:srgbClr val="ef6c00"/>
                </a:solidFill>
                <a:latin typeface="PT Sans Narrow"/>
                <a:ea typeface="PT Sans Narrow"/>
              </a:rPr>
              <a:t>Dataset</a:t>
            </a:r>
            <a:endParaRPr b="0" lang="en-US" sz="3600" spc="-1" strike="noStrike">
              <a:solidFill>
                <a:srgbClr val="000000"/>
              </a:solidFill>
              <a:latin typeface="Arial"/>
            </a:endParaRPr>
          </a:p>
        </p:txBody>
      </p:sp>
      <p:sp>
        <p:nvSpPr>
          <p:cNvPr id="186" name="PlaceHolder 2"/>
          <p:cNvSpPr>
            <a:spLocks noGrp="1"/>
          </p:cNvSpPr>
          <p:nvPr>
            <p:ph type="sldNum" idx="19"/>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ffffff"/>
                </a:solidFill>
                <a:latin typeface="Open Sans"/>
                <a:ea typeface="Open Sans"/>
              </a:defRPr>
            </a:lvl1pPr>
          </a:lstStyle>
          <a:p>
            <a:pPr algn="r">
              <a:lnSpc>
                <a:spcPct val="100000"/>
              </a:lnSpc>
              <a:buNone/>
              <a:tabLst>
                <a:tab algn="l" pos="0"/>
              </a:tabLst>
            </a:pPr>
            <a:fld id="{DF99DCDC-B10F-4145-B464-08686E3DB668}" type="slidenum">
              <a:rPr b="0" lang="en-US" sz="1000" spc="-1" strike="noStrike">
                <a:solidFill>
                  <a:srgbClr val="ffffff"/>
                </a:solidFill>
                <a:latin typeface="Open Sans"/>
                <a:ea typeface="Open Sans"/>
              </a:rPr>
              <a:t>17</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Tools for Dataset</a:t>
            </a:r>
            <a:endParaRPr b="0" lang="en-US" sz="3600" spc="-1" strike="noStrike">
              <a:solidFill>
                <a:srgbClr val="000000"/>
              </a:solidFill>
              <a:latin typeface="Arial"/>
            </a:endParaRPr>
          </a:p>
        </p:txBody>
      </p:sp>
      <p:sp>
        <p:nvSpPr>
          <p:cNvPr id="188"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Download the dataset</a:t>
            </a:r>
            <a:endParaRPr b="0" lang="en-US" sz="1800" spc="-1" strike="noStrike">
              <a:solidFill>
                <a:srgbClr val="000000"/>
              </a:solidFill>
              <a:latin typeface="Arial"/>
            </a:endParaRPr>
          </a:p>
          <a:p>
            <a:pPr lvl="1" marL="914400" indent="-317520">
              <a:lnSpc>
                <a:spcPct val="115000"/>
              </a:lnSpc>
              <a:spcBef>
                <a:spcPts val="1001"/>
              </a:spcBef>
              <a:buClr>
                <a:srgbClr val="695d46"/>
              </a:buClr>
              <a:buFont typeface="Open Sans"/>
              <a:buChar char="○"/>
            </a:pPr>
            <a:r>
              <a:rPr b="0" lang="en-US" sz="1400" spc="-1" strike="noStrike">
                <a:solidFill>
                  <a:srgbClr val="695d46"/>
                </a:solidFill>
                <a:latin typeface="Open Sans"/>
                <a:ea typeface="Open Sans"/>
              </a:rPr>
              <a:t>Manually download the dataset</a:t>
            </a:r>
            <a:br>
              <a:rPr sz="1400"/>
            </a:br>
            <a:r>
              <a:rPr b="0" lang="en-US" sz="1400" spc="-1" strike="noStrike" u="sng">
                <a:solidFill>
                  <a:srgbClr val="009668"/>
                </a:solidFill>
                <a:uFillTx/>
                <a:latin typeface="Open Sans"/>
                <a:ea typeface="Open Sans"/>
                <a:hlinkClick r:id="rId1"/>
              </a:rPr>
              <a:t>https://drive.google.com/drive/folders/1QnxUnuygh6d9zIDGS8y83spoaugLG5Np?usp=drive_link</a:t>
            </a:r>
            <a:endParaRPr b="0" lang="en-US" sz="1400" spc="-1" strike="noStrike">
              <a:solidFill>
                <a:srgbClr val="000000"/>
              </a:solidFill>
              <a:latin typeface="Arial"/>
            </a:endParaRPr>
          </a:p>
          <a:p>
            <a:pPr marL="914400">
              <a:lnSpc>
                <a:spcPct val="115000"/>
              </a:lnSpc>
              <a:spcBef>
                <a:spcPts val="1001"/>
              </a:spcBef>
              <a:spcAft>
                <a:spcPts val="1001"/>
              </a:spcAft>
              <a:buNone/>
              <a:tabLst>
                <a:tab algn="l" pos="0"/>
              </a:tabLst>
            </a:pPr>
            <a:endParaRPr b="0" lang="en-US" sz="1800" spc="-1" strike="noStrike">
              <a:solidFill>
                <a:srgbClr val="000000"/>
              </a:solidFill>
              <a:latin typeface="Arial"/>
            </a:endParaRPr>
          </a:p>
        </p:txBody>
      </p:sp>
      <p:sp>
        <p:nvSpPr>
          <p:cNvPr id="189" name="PlaceHolder 3"/>
          <p:cNvSpPr>
            <a:spLocks noGrp="1"/>
          </p:cNvSpPr>
          <p:nvPr>
            <p:ph type="sldNum" idx="20"/>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EFBDCA1C-AB1D-4DF3-A04C-114963DAA84F}" type="slidenum">
              <a:rPr b="0" lang="en-US" sz="1000" spc="-1" strike="noStrike">
                <a:solidFill>
                  <a:srgbClr val="695d46"/>
                </a:solidFill>
                <a:latin typeface="Open Sans"/>
                <a:ea typeface="Open Sans"/>
              </a:rPr>
              <a:t>18</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Problem 1</a:t>
            </a:r>
            <a:endParaRPr b="0" lang="en-US" sz="3600" spc="-1" strike="noStrike">
              <a:solidFill>
                <a:srgbClr val="000000"/>
              </a:solidFill>
              <a:latin typeface="Arial"/>
            </a:endParaRPr>
          </a:p>
        </p:txBody>
      </p:sp>
      <p:sp>
        <p:nvSpPr>
          <p:cNvPr id="191"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The dataset consists of 40 public image pairs  and 10 private image pairs.</a:t>
            </a:r>
            <a:endParaRPr b="0" lang="en-US" sz="18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Format:</a:t>
            </a:r>
            <a:endParaRPr b="0" lang="en-US" sz="1800" spc="-1" strike="noStrike">
              <a:solidFill>
                <a:srgbClr val="000000"/>
              </a:solidFill>
              <a:latin typeface="Arial"/>
            </a:endParaRPr>
          </a:p>
        </p:txBody>
      </p:sp>
      <p:sp>
        <p:nvSpPr>
          <p:cNvPr id="192" name="PlaceHolder 3"/>
          <p:cNvSpPr>
            <a:spLocks noGrp="1"/>
          </p:cNvSpPr>
          <p:nvPr>
            <p:ph type="sldNum" idx="21"/>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7663FAD5-54B3-4679-8CB5-719CE02D36B1}" type="slidenum">
              <a:rPr b="0" lang="en-US" sz="1000" spc="-1" strike="noStrike">
                <a:solidFill>
                  <a:srgbClr val="695d46"/>
                </a:solidFill>
                <a:latin typeface="Open Sans"/>
                <a:ea typeface="Open Sans"/>
              </a:rPr>
              <a:t>19</a:t>
            </a:fld>
            <a:endParaRPr b="0" lang="en-US" sz="1000" spc="-1" strike="noStrike">
              <a:latin typeface="Times New Roman"/>
            </a:endParaRPr>
          </a:p>
        </p:txBody>
      </p:sp>
      <p:grpSp>
        <p:nvGrpSpPr>
          <p:cNvPr id="193" name="Google Shape;204;p31"/>
          <p:cNvGrpSpPr/>
          <p:nvPr/>
        </p:nvGrpSpPr>
        <p:grpSpPr>
          <a:xfrm>
            <a:off x="1419120" y="2311560"/>
            <a:ext cx="4661640" cy="1919520"/>
            <a:chOff x="1419120" y="2311560"/>
            <a:chExt cx="4661640" cy="1919520"/>
          </a:xfrm>
        </p:grpSpPr>
        <p:sp>
          <p:nvSpPr>
            <p:cNvPr id="194" name="Google Shape;205;p31"/>
            <p:cNvSpPr/>
            <p:nvPr/>
          </p:nvSpPr>
          <p:spPr>
            <a:xfrm>
              <a:off x="3634920" y="2740680"/>
              <a:ext cx="2445840" cy="305280"/>
            </a:xfrm>
            <a:prstGeom prst="rect">
              <a:avLst/>
            </a:prstGeom>
            <a:noFill/>
            <a:ln w="0">
              <a:noFill/>
            </a:ln>
          </p:spPr>
          <p:style>
            <a:lnRef idx="0"/>
            <a:fillRef idx="0"/>
            <a:effectRef idx="0"/>
            <a:fontRef idx="minor"/>
          </p:style>
          <p:txBody>
            <a:bodyPr tIns="153360" bIns="153360" anchor="t">
              <a:spAutoFit/>
            </a:bodyPr>
            <a:p>
              <a:pPr>
                <a:lnSpc>
                  <a:spcPct val="100000"/>
                </a:lnSpc>
                <a:buNone/>
                <a:tabLst>
                  <a:tab algn="l" pos="0"/>
                </a:tabLst>
              </a:pPr>
              <a:r>
                <a:rPr b="0" lang="en-US" sz="1000" spc="-1" strike="noStrike">
                  <a:solidFill>
                    <a:srgbClr val="695d46"/>
                  </a:solidFill>
                  <a:latin typeface="Open Sans"/>
                  <a:ea typeface="Open Sans"/>
                </a:rPr>
                <a:t># 40 image pairs</a:t>
              </a:r>
              <a:endParaRPr b="0" lang="en-US" sz="1000" spc="-1" strike="noStrike">
                <a:latin typeface="Arial"/>
              </a:endParaRPr>
            </a:p>
          </p:txBody>
        </p:sp>
        <p:sp>
          <p:nvSpPr>
            <p:cNvPr id="195" name="Google Shape;206;p31"/>
            <p:cNvSpPr/>
            <p:nvPr/>
          </p:nvSpPr>
          <p:spPr>
            <a:xfrm>
              <a:off x="3634920" y="2477880"/>
              <a:ext cx="2445840" cy="305280"/>
            </a:xfrm>
            <a:prstGeom prst="rect">
              <a:avLst/>
            </a:prstGeom>
            <a:noFill/>
            <a:ln w="0">
              <a:noFill/>
            </a:ln>
          </p:spPr>
          <p:style>
            <a:lnRef idx="0"/>
            <a:fillRef idx="0"/>
            <a:effectRef idx="0"/>
            <a:fontRef idx="minor"/>
          </p:style>
          <p:txBody>
            <a:bodyPr tIns="153360" bIns="153360" anchor="t">
              <a:spAutoFit/>
            </a:bodyPr>
            <a:p>
              <a:pPr>
                <a:lnSpc>
                  <a:spcPct val="100000"/>
                </a:lnSpc>
                <a:buNone/>
                <a:tabLst>
                  <a:tab algn="l" pos="0"/>
                </a:tabLst>
              </a:pPr>
              <a:r>
                <a:rPr b="0" lang="en-US" sz="1000" spc="-1" strike="noStrike">
                  <a:solidFill>
                    <a:srgbClr val="695d46"/>
                  </a:solidFill>
                  <a:latin typeface="Open Sans"/>
                  <a:ea typeface="Open Sans"/>
                </a:rPr>
                <a:t># 10 image pairs</a:t>
              </a:r>
              <a:endParaRPr b="0" lang="en-US" sz="1000" spc="-1" strike="noStrike">
                <a:latin typeface="Arial"/>
              </a:endParaRPr>
            </a:p>
          </p:txBody>
        </p:sp>
        <p:pic>
          <p:nvPicPr>
            <p:cNvPr id="196" name="Google Shape;207;p31" descr=""/>
            <p:cNvPicPr/>
            <p:nvPr/>
          </p:nvPicPr>
          <p:blipFill>
            <a:blip r:embed="rId1"/>
            <a:stretch/>
          </p:blipFill>
          <p:spPr>
            <a:xfrm>
              <a:off x="1419120" y="2311560"/>
              <a:ext cx="2215080" cy="1919520"/>
            </a:xfrm>
            <a:prstGeom prst="rect">
              <a:avLst/>
            </a:prstGeom>
            <a:ln w="0">
              <a:noFill/>
            </a:ln>
          </p:spPr>
        </p:pic>
        <p:sp>
          <p:nvSpPr>
            <p:cNvPr id="197" name="Google Shape;208;p31"/>
            <p:cNvSpPr/>
            <p:nvPr/>
          </p:nvSpPr>
          <p:spPr>
            <a:xfrm>
              <a:off x="3634920" y="3582720"/>
              <a:ext cx="2445840" cy="305280"/>
            </a:xfrm>
            <a:prstGeom prst="rect">
              <a:avLst/>
            </a:prstGeom>
            <a:noFill/>
            <a:ln w="0">
              <a:noFill/>
            </a:ln>
          </p:spPr>
          <p:style>
            <a:lnRef idx="0"/>
            <a:fillRef idx="0"/>
            <a:effectRef idx="0"/>
            <a:fontRef idx="minor"/>
          </p:style>
          <p:txBody>
            <a:bodyPr tIns="153360" bIns="153360" anchor="t">
              <a:spAutoFit/>
            </a:bodyPr>
            <a:p>
              <a:pPr>
                <a:lnSpc>
                  <a:spcPct val="100000"/>
                </a:lnSpc>
                <a:buNone/>
                <a:tabLst>
                  <a:tab algn="l" pos="0"/>
                </a:tabLst>
              </a:pPr>
              <a:r>
                <a:rPr b="0" lang="en-US" sz="1000" spc="-1" strike="noStrike">
                  <a:solidFill>
                    <a:srgbClr val="695d46"/>
                  </a:solidFill>
                  <a:latin typeface="Open Sans"/>
                  <a:ea typeface="Open Sans"/>
                </a:rPr>
                <a:t># ground truths for public dataset</a:t>
              </a:r>
              <a:endParaRPr b="0" lang="en-US" sz="1000" spc="-1" strike="noStrike">
                <a:latin typeface="Arial"/>
              </a:endParaRPr>
            </a:p>
          </p:txBody>
        </p:sp>
      </p:gr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Problem 2 </a:t>
            </a:r>
            <a:endParaRPr b="0" lang="en-US" sz="3600" spc="-1" strike="noStrike">
              <a:solidFill>
                <a:srgbClr val="000000"/>
              </a:solidFill>
              <a:latin typeface="Arial"/>
            </a:endParaRPr>
          </a:p>
        </p:txBody>
      </p:sp>
      <p:sp>
        <p:nvSpPr>
          <p:cNvPr id="199" name="PlaceHolder 2"/>
          <p:cNvSpPr>
            <a:spLocks noGrp="1"/>
          </p:cNvSpPr>
          <p:nvPr>
            <p:ph/>
          </p:nvPr>
        </p:nvSpPr>
        <p:spPr>
          <a:xfrm>
            <a:off x="311760" y="1266480"/>
            <a:ext cx="8520120" cy="3302280"/>
          </a:xfrm>
          <a:prstGeom prst="rect">
            <a:avLst/>
          </a:prstGeom>
          <a:noFill/>
          <a:ln w="0">
            <a:noFill/>
          </a:ln>
        </p:spPr>
        <p:txBody>
          <a:bodyPr tIns="91440" bIns="91440" anchor="t">
            <a:normAutofit fontScale="82000"/>
          </a:bodyPr>
          <a:p>
            <a:pPr>
              <a:lnSpc>
                <a:spcPct val="115000"/>
              </a:lnSpc>
              <a:buNone/>
              <a:tabLst>
                <a:tab algn="l" pos="0"/>
              </a:tabLst>
            </a:pPr>
            <a:r>
              <a:rPr b="0" lang="en-US" sz="1800" spc="-1" strike="noStrike">
                <a:solidFill>
                  <a:srgbClr val="695d46"/>
                </a:solidFill>
                <a:latin typeface="Open Sans"/>
                <a:ea typeface="Open Sans"/>
              </a:rPr>
              <a:t>Folder structure</a:t>
            </a:r>
            <a:endParaRPr b="0" lang="en-US" sz="1800" spc="-1" strike="noStrike">
              <a:solidFill>
                <a:srgbClr val="000000"/>
              </a:solidFill>
              <a:latin typeface="Arial"/>
            </a:endParaRPr>
          </a:p>
          <a:p>
            <a:pPr>
              <a:lnSpc>
                <a:spcPct val="90000"/>
              </a:lnSpc>
              <a:spcBef>
                <a:spcPts val="1001"/>
              </a:spcBef>
              <a:buNone/>
              <a:tabLst>
                <a:tab algn="l" pos="0"/>
              </a:tabLst>
            </a:pPr>
            <a:r>
              <a:rPr b="1" lang="en-US" sz="1400" spc="-1" strike="noStrike">
                <a:solidFill>
                  <a:srgbClr val="000000"/>
                </a:solidFill>
                <a:latin typeface="Calibri"/>
                <a:ea typeface="Calibri"/>
              </a:rPr>
              <a:t>data/</a:t>
            </a:r>
            <a:endParaRPr b="0" lang="en-US" sz="1400" spc="-1" strike="noStrike">
              <a:solidFill>
                <a:srgbClr val="000000"/>
              </a:solidFill>
              <a:latin typeface="Arial"/>
            </a:endParaRPr>
          </a:p>
          <a:p>
            <a:pPr>
              <a:lnSpc>
                <a:spcPct val="90000"/>
              </a:lnSpc>
              <a:buNone/>
              <a:tabLst>
                <a:tab algn="l" pos="0"/>
              </a:tabLst>
            </a:pPr>
            <a:r>
              <a:rPr b="1" lang="en-US" sz="1400" spc="-1" strike="noStrike">
                <a:solidFill>
                  <a:srgbClr val="000000"/>
                </a:solidFill>
                <a:latin typeface="Calibri"/>
                <a:ea typeface="Calibri"/>
              </a:rPr>
              <a:t>        </a:t>
            </a:r>
            <a:r>
              <a:rPr b="1" lang="en-US" sz="1400" spc="-1" strike="noStrike">
                <a:solidFill>
                  <a:srgbClr val="000000"/>
                </a:solidFill>
                <a:latin typeface="Calibri"/>
                <a:ea typeface="Calibri"/>
              </a:rPr>
              <a:t>images/                          </a:t>
            </a:r>
            <a:r>
              <a:rPr b="0" lang="en-US" sz="1400" spc="-1" strike="noStrike">
                <a:solidFill>
                  <a:srgbClr val="000000"/>
                </a:solidFill>
                <a:latin typeface="Calibri"/>
                <a:ea typeface="Calibri"/>
              </a:rPr>
              <a:t># training + public test images (7 images)</a:t>
            </a:r>
            <a:endParaRPr b="0" lang="en-US" sz="1400" spc="-1" strike="noStrike">
              <a:solidFill>
                <a:srgbClr val="000000"/>
              </a:solidFill>
              <a:latin typeface="Arial"/>
            </a:endParaRPr>
          </a:p>
          <a:p>
            <a:pPr>
              <a:lnSpc>
                <a:spcPct val="90000"/>
              </a:lnSpc>
              <a:buNone/>
              <a:tabLst>
                <a:tab algn="l" pos="0"/>
              </a:tabLst>
            </a:pPr>
            <a:r>
              <a:rPr b="1" lang="en-US" sz="1400" spc="-1" strike="noStrike">
                <a:solidFill>
                  <a:srgbClr val="000000"/>
                </a:solidFill>
                <a:latin typeface="Calibri"/>
                <a:ea typeface="Calibri"/>
              </a:rPr>
              <a:t>                </a:t>
            </a:r>
            <a:r>
              <a:rPr b="0" lang="en-US" sz="1400" spc="-1" strike="noStrike">
                <a:solidFill>
                  <a:srgbClr val="000000"/>
                </a:solidFill>
                <a:latin typeface="Calibri"/>
                <a:ea typeface="Calibri"/>
              </a:rPr>
              <a:t>{id}.png</a:t>
            </a:r>
            <a:endParaRPr b="0" lang="en-US" sz="1400" spc="-1" strike="noStrike">
              <a:solidFill>
                <a:srgbClr val="000000"/>
              </a:solidFill>
              <a:latin typeface="Arial"/>
            </a:endParaRPr>
          </a:p>
          <a:p>
            <a:pPr>
              <a:lnSpc>
                <a:spcPct val="90000"/>
              </a:lnSpc>
              <a:buNone/>
              <a:tabLst>
                <a:tab algn="l" pos="0"/>
              </a:tabLst>
            </a:pPr>
            <a:r>
              <a:rPr b="1" lang="en-US" sz="1400" spc="-1" strike="noStrike">
                <a:solidFill>
                  <a:srgbClr val="000000"/>
                </a:solidFill>
                <a:latin typeface="Calibri"/>
                <a:ea typeface="Calibri"/>
              </a:rPr>
              <a:t>        </a:t>
            </a:r>
            <a:r>
              <a:rPr b="1" lang="en-US" sz="1400" spc="-1" strike="noStrike">
                <a:solidFill>
                  <a:srgbClr val="000000"/>
                </a:solidFill>
                <a:latin typeface="Calibri"/>
                <a:ea typeface="Calibri"/>
              </a:rPr>
              <a:t>sparse_3/</a:t>
            </a:r>
            <a:endParaRPr b="0" lang="en-US" sz="1400" spc="-1" strike="noStrike">
              <a:solidFill>
                <a:srgbClr val="000000"/>
              </a:solidFill>
              <a:latin typeface="Arial"/>
            </a:endParaRPr>
          </a:p>
          <a:p>
            <a:pPr>
              <a:lnSpc>
                <a:spcPct val="90000"/>
              </a:lnSpc>
              <a:buNone/>
              <a:tabLst>
                <a:tab algn="l" pos="0"/>
              </a:tabLst>
            </a:pPr>
            <a:r>
              <a:rPr b="1" lang="en-US" sz="1400" spc="-1" strike="noStrike">
                <a:solidFill>
                  <a:srgbClr val="000000"/>
                </a:solidFill>
                <a:latin typeface="Calibri"/>
                <a:ea typeface="Calibri"/>
              </a:rPr>
              <a:t>0/</a:t>
            </a:r>
            <a:endParaRPr b="0" lang="en-US" sz="1400" spc="-1" strike="noStrike">
              <a:solidFill>
                <a:srgbClr val="000000"/>
              </a:solidFill>
              <a:latin typeface="Arial"/>
            </a:endParaRPr>
          </a:p>
          <a:p>
            <a:pPr>
              <a:lnSpc>
                <a:spcPct val="90000"/>
              </a:lnSpc>
              <a:buNone/>
              <a:tabLst>
                <a:tab algn="l" pos="0"/>
              </a:tabLst>
            </a:pPr>
            <a:r>
              <a:rPr b="1" lang="en-US" sz="1400" spc="-1" strike="noStrike">
                <a:solidFill>
                  <a:srgbClr val="000000"/>
                </a:solidFill>
                <a:latin typeface="Calibri"/>
                <a:ea typeface="Calibri"/>
              </a:rPr>
              <a:t>                     </a:t>
            </a:r>
            <a:r>
              <a:rPr b="0" lang="en-US" sz="1400" spc="-1" strike="noStrike">
                <a:solidFill>
                  <a:srgbClr val="000000"/>
                </a:solidFill>
                <a:latin typeface="Calibri"/>
                <a:ea typeface="Calibri"/>
              </a:rPr>
              <a:t>cameras.txt</a:t>
            </a:r>
            <a:r>
              <a:rPr b="0" lang="en-US" sz="1400" spc="-1" strike="noStrike">
                <a:solidFill>
                  <a:srgbClr val="000000"/>
                </a:solidFill>
                <a:latin typeface="Calibri"/>
                <a:ea typeface="Calibri"/>
              </a:rPr>
              <a:t>	</a:t>
            </a:r>
            <a:r>
              <a:rPr b="0" lang="en-US" sz="1400" spc="-1" strike="noStrike">
                <a:solidFill>
                  <a:srgbClr val="000000"/>
                </a:solidFill>
                <a:latin typeface="Calibri"/>
                <a:ea typeface="Calibri"/>
              </a:rPr>
              <a:t>	</a:t>
            </a:r>
            <a:r>
              <a:rPr b="0" lang="en-US" sz="1400" spc="-1" strike="noStrike">
                <a:solidFill>
                  <a:srgbClr val="000000"/>
                </a:solidFill>
                <a:latin typeface="Calibri"/>
                <a:ea typeface="Calibri"/>
              </a:rPr>
              <a:t> </a:t>
            </a:r>
            <a:endParaRPr b="0" lang="en-US" sz="1400" spc="-1" strike="noStrike">
              <a:solidFill>
                <a:srgbClr val="000000"/>
              </a:solidFill>
              <a:latin typeface="Arial"/>
            </a:endParaRPr>
          </a:p>
          <a:p>
            <a:pPr>
              <a:lnSpc>
                <a:spcPct val="90000"/>
              </a:lnSpc>
              <a:buNone/>
              <a:tabLst>
                <a:tab algn="l" pos="0"/>
              </a:tabLst>
            </a:pPr>
            <a:r>
              <a:rPr b="0" lang="en-US" sz="1400" spc="-1" strike="noStrike">
                <a:solidFill>
                  <a:srgbClr val="000000"/>
                </a:solidFill>
                <a:latin typeface="Calibri"/>
                <a:ea typeface="Calibri"/>
              </a:rPr>
              <a:t>                     </a:t>
            </a:r>
            <a:r>
              <a:rPr b="0" lang="en-US" sz="1400" spc="-1" strike="noStrike">
                <a:solidFill>
                  <a:srgbClr val="000000"/>
                </a:solidFill>
                <a:latin typeface="Calibri"/>
                <a:ea typeface="Calibri"/>
              </a:rPr>
              <a:t>confidence_dsp.npy</a:t>
            </a:r>
            <a:endParaRPr b="0" lang="en-US" sz="1400" spc="-1" strike="noStrike">
              <a:solidFill>
                <a:srgbClr val="000000"/>
              </a:solidFill>
              <a:latin typeface="Arial"/>
            </a:endParaRPr>
          </a:p>
          <a:p>
            <a:pPr marL="343080">
              <a:lnSpc>
                <a:spcPct val="90000"/>
              </a:lnSpc>
              <a:buNone/>
              <a:tabLst>
                <a:tab algn="l" pos="0"/>
              </a:tabLst>
            </a:pPr>
            <a:r>
              <a:rPr b="0" lang="en-US" sz="1400" spc="-1" strike="noStrike">
                <a:solidFill>
                  <a:srgbClr val="000000"/>
                </a:solidFill>
                <a:latin typeface="Calibri"/>
                <a:ea typeface="Calibri"/>
              </a:rPr>
              <a:t> </a:t>
            </a:r>
            <a:r>
              <a:rPr b="0" lang="en-US" sz="1400" spc="-1" strike="noStrike">
                <a:solidFill>
                  <a:srgbClr val="000000"/>
                </a:solidFill>
                <a:latin typeface="Calibri"/>
                <a:ea typeface="Calibri"/>
              </a:rPr>
              <a:t>	</a:t>
            </a:r>
            <a:r>
              <a:rPr b="0" lang="en-US" sz="1400" spc="-1" strike="noStrike">
                <a:solidFill>
                  <a:srgbClr val="000000"/>
                </a:solidFill>
                <a:latin typeface="Calibri"/>
                <a:ea typeface="Calibri"/>
              </a:rPr>
              <a:t>        </a:t>
            </a:r>
            <a:r>
              <a:rPr b="0" lang="en-US" sz="1400" spc="-1" strike="noStrike">
                <a:solidFill>
                  <a:srgbClr val="000000"/>
                </a:solidFill>
                <a:latin typeface="Calibri"/>
                <a:ea typeface="Calibri"/>
              </a:rPr>
              <a:t>images.txt </a:t>
            </a:r>
            <a:endParaRPr b="0" lang="en-US" sz="1400" spc="-1" strike="noStrike">
              <a:solidFill>
                <a:srgbClr val="000000"/>
              </a:solidFill>
              <a:latin typeface="Arial"/>
            </a:endParaRPr>
          </a:p>
          <a:p>
            <a:pPr marL="343080">
              <a:lnSpc>
                <a:spcPct val="90000"/>
              </a:lnSpc>
              <a:buNone/>
              <a:tabLst>
                <a:tab algn="l" pos="0"/>
              </a:tabLst>
            </a:pPr>
            <a:r>
              <a:rPr b="0" lang="en-US" sz="1400" spc="-1" strike="noStrike">
                <a:solidFill>
                  <a:srgbClr val="000000"/>
                </a:solidFill>
                <a:latin typeface="Calibri"/>
                <a:ea typeface="Calibri"/>
              </a:rPr>
              <a:t>           </a:t>
            </a:r>
            <a:r>
              <a:rPr b="0" lang="en-US" sz="1400" spc="-1" strike="noStrike">
                <a:solidFill>
                  <a:srgbClr val="000000"/>
                </a:solidFill>
                <a:latin typeface="Calibri"/>
                <a:ea typeface="Calibri"/>
              </a:rPr>
              <a:t>non_scaled_focals.npy</a:t>
            </a:r>
            <a:endParaRPr b="0" lang="en-US" sz="1400" spc="-1" strike="noStrike">
              <a:solidFill>
                <a:srgbClr val="000000"/>
              </a:solidFill>
              <a:latin typeface="Arial"/>
            </a:endParaRPr>
          </a:p>
          <a:p>
            <a:pPr marL="343080">
              <a:lnSpc>
                <a:spcPct val="90000"/>
              </a:lnSpc>
              <a:buNone/>
              <a:tabLst>
                <a:tab algn="l" pos="0"/>
              </a:tabLst>
            </a:pPr>
            <a:r>
              <a:rPr b="0" lang="en-US" sz="1400" spc="-1" strike="noStrike">
                <a:solidFill>
                  <a:srgbClr val="000000"/>
                </a:solidFill>
                <a:latin typeface="Calibri"/>
                <a:ea typeface="Calibri"/>
              </a:rPr>
              <a:t>           </a:t>
            </a:r>
            <a:r>
              <a:rPr b="0" lang="en-US" sz="1400" spc="-1" strike="noStrike">
                <a:solidFill>
                  <a:srgbClr val="000000"/>
                </a:solidFill>
                <a:latin typeface="Calibri"/>
                <a:ea typeface="Calibri"/>
              </a:rPr>
              <a:t>points3D_all.npy</a:t>
            </a:r>
            <a:endParaRPr b="0" lang="en-US" sz="1400" spc="-1" strike="noStrike">
              <a:solidFill>
                <a:srgbClr val="000000"/>
              </a:solidFill>
              <a:latin typeface="Arial"/>
            </a:endParaRPr>
          </a:p>
          <a:p>
            <a:pPr>
              <a:lnSpc>
                <a:spcPct val="90000"/>
              </a:lnSpc>
              <a:buNone/>
              <a:tabLst>
                <a:tab algn="l" pos="0"/>
              </a:tabLst>
            </a:pPr>
            <a:r>
              <a:rPr b="0" lang="en-US" sz="1400" spc="-1" strike="noStrike">
                <a:solidFill>
                  <a:srgbClr val="000000"/>
                </a:solidFill>
                <a:latin typeface="Calibri"/>
                <a:ea typeface="Calibri"/>
              </a:rPr>
              <a:t>                     </a:t>
            </a:r>
            <a:r>
              <a:rPr b="0" lang="en-US" sz="1400" spc="-1" strike="noStrike">
                <a:solidFill>
                  <a:srgbClr val="000000"/>
                </a:solidFill>
                <a:latin typeface="Calibri"/>
                <a:ea typeface="Calibri"/>
              </a:rPr>
              <a:t>points3D.ply</a:t>
            </a:r>
            <a:endParaRPr b="0" lang="en-US" sz="1400" spc="-1" strike="noStrike">
              <a:solidFill>
                <a:srgbClr val="000000"/>
              </a:solidFill>
              <a:latin typeface="Arial"/>
            </a:endParaRPr>
          </a:p>
          <a:p>
            <a:pPr>
              <a:lnSpc>
                <a:spcPct val="90000"/>
              </a:lnSpc>
              <a:buNone/>
              <a:tabLst>
                <a:tab algn="l" pos="0"/>
              </a:tabLst>
            </a:pPr>
            <a:r>
              <a:rPr b="0" lang="en-US" sz="1400" spc="-1" strike="noStrike">
                <a:solidFill>
                  <a:srgbClr val="000000"/>
                </a:solidFill>
                <a:latin typeface="Calibri"/>
                <a:ea typeface="Calibri"/>
              </a:rPr>
              <a:t>                     </a:t>
            </a:r>
            <a:r>
              <a:rPr b="0" lang="en-US" sz="1400" spc="-1" strike="noStrike">
                <a:solidFill>
                  <a:srgbClr val="000000"/>
                </a:solidFill>
                <a:latin typeface="Calibri"/>
                <a:ea typeface="Calibri"/>
              </a:rPr>
              <a:t>pointsColor_all.npy</a:t>
            </a:r>
            <a:endParaRPr b="0" lang="en-US" sz="1400" spc="-1" strike="noStrike">
              <a:solidFill>
                <a:srgbClr val="000000"/>
              </a:solidFill>
              <a:latin typeface="Arial"/>
            </a:endParaRPr>
          </a:p>
          <a:p>
            <a:pPr>
              <a:lnSpc>
                <a:spcPct val="90000"/>
              </a:lnSpc>
              <a:buNone/>
              <a:tabLst>
                <a:tab algn="l" pos="0"/>
              </a:tabLst>
            </a:pPr>
            <a:r>
              <a:rPr b="1" lang="en-US" sz="1400" spc="-1" strike="noStrike">
                <a:solidFill>
                  <a:srgbClr val="000000"/>
                </a:solidFill>
                <a:latin typeface="Calibri"/>
                <a:ea typeface="Calibri"/>
              </a:rPr>
              <a:t>              </a:t>
            </a:r>
            <a:r>
              <a:rPr b="1" lang="en-US" sz="1400" spc="-1" strike="noStrike">
                <a:solidFill>
                  <a:srgbClr val="000000"/>
                </a:solidFill>
                <a:latin typeface="Calibri"/>
                <a:ea typeface="Calibri"/>
              </a:rPr>
              <a:t>1/</a:t>
            </a:r>
            <a:endParaRPr b="0" lang="en-US" sz="1400" spc="-1" strike="noStrike">
              <a:solidFill>
                <a:srgbClr val="000000"/>
              </a:solidFill>
              <a:latin typeface="Arial"/>
            </a:endParaRPr>
          </a:p>
          <a:p>
            <a:pPr>
              <a:lnSpc>
                <a:spcPct val="90000"/>
              </a:lnSpc>
              <a:buNone/>
              <a:tabLst>
                <a:tab algn="l" pos="0"/>
              </a:tabLst>
            </a:pPr>
            <a:r>
              <a:rPr b="0" lang="en-US" sz="1400" spc="-1" strike="noStrike">
                <a:solidFill>
                  <a:srgbClr val="000000"/>
                </a:solidFill>
                <a:latin typeface="Calibri"/>
                <a:ea typeface="Calibri"/>
              </a:rPr>
              <a:t>	</a:t>
            </a:r>
            <a:r>
              <a:rPr b="0" lang="en-US" sz="1400" spc="-1" strike="noStrike">
                <a:solidFill>
                  <a:srgbClr val="000000"/>
                </a:solidFill>
                <a:latin typeface="Calibri"/>
                <a:ea typeface="Calibri"/>
              </a:rPr>
              <a:t>        </a:t>
            </a:r>
            <a:r>
              <a:rPr b="0" lang="en-US" sz="1400" spc="-1" strike="noStrike">
                <a:solidFill>
                  <a:srgbClr val="000000"/>
                </a:solidFill>
                <a:latin typeface="Calibri"/>
                <a:ea typeface="Calibri"/>
              </a:rPr>
              <a:t>cameras.txt      # public testing set (4 images)</a:t>
            </a:r>
            <a:endParaRPr b="0" lang="en-US" sz="1400" spc="-1" strike="noStrike">
              <a:solidFill>
                <a:srgbClr val="000000"/>
              </a:solidFill>
              <a:latin typeface="Arial"/>
            </a:endParaRPr>
          </a:p>
          <a:p>
            <a:pPr>
              <a:lnSpc>
                <a:spcPct val="90000"/>
              </a:lnSpc>
              <a:buNone/>
              <a:tabLst>
                <a:tab algn="l" pos="0"/>
              </a:tabLst>
            </a:pPr>
            <a:r>
              <a:rPr b="0" lang="en-US" sz="1400" spc="-1" strike="noStrike">
                <a:solidFill>
                  <a:srgbClr val="000000"/>
                </a:solidFill>
                <a:latin typeface="Calibri"/>
                <a:ea typeface="Calibri"/>
              </a:rPr>
              <a:t>	</a:t>
            </a:r>
            <a:r>
              <a:rPr b="0" lang="en-US" sz="1400" spc="-1" strike="noStrike">
                <a:solidFill>
                  <a:srgbClr val="000000"/>
                </a:solidFill>
                <a:latin typeface="Calibri"/>
                <a:ea typeface="Calibri"/>
              </a:rPr>
              <a:t>        </a:t>
            </a:r>
            <a:r>
              <a:rPr b="0" lang="en-US" sz="1400" spc="-1" strike="noStrike">
                <a:solidFill>
                  <a:srgbClr val="000000"/>
                </a:solidFill>
                <a:latin typeface="Calibri"/>
                <a:ea typeface="Calibri"/>
              </a:rPr>
              <a:t>images.txt</a:t>
            </a:r>
            <a:br>
              <a:rPr sz="1400"/>
            </a:br>
            <a:endParaRPr b="0" lang="en-US" sz="1400" spc="-1" strike="noStrike">
              <a:solidFill>
                <a:srgbClr val="000000"/>
              </a:solidFill>
              <a:latin typeface="Arial"/>
            </a:endParaRPr>
          </a:p>
          <a:p>
            <a:pPr marL="457200" indent="-316800">
              <a:lnSpc>
                <a:spcPct val="90000"/>
              </a:lnSpc>
              <a:spcBef>
                <a:spcPts val="400"/>
              </a:spcBef>
              <a:buClr>
                <a:srgbClr val="000000"/>
              </a:buClr>
              <a:buFont typeface="Arial"/>
              <a:buChar char="•"/>
              <a:tabLst>
                <a:tab algn="l" pos="0"/>
              </a:tabLst>
            </a:pPr>
            <a:r>
              <a:rPr b="0" lang="en-US" sz="1500" spc="-1" strike="noStrike">
                <a:solidFill>
                  <a:srgbClr val="000000"/>
                </a:solidFill>
                <a:latin typeface="Calibri"/>
                <a:ea typeface="Calibri"/>
              </a:rPr>
              <a:t>You </a:t>
            </a:r>
            <a:r>
              <a:rPr b="1" lang="en-US" sz="1500" spc="-1" strike="noStrike">
                <a:solidFill>
                  <a:srgbClr val="ff0000"/>
                </a:solidFill>
                <a:latin typeface="Calibri"/>
                <a:ea typeface="Calibri"/>
              </a:rPr>
              <a:t>CANNOT</a:t>
            </a:r>
            <a:r>
              <a:rPr b="1" lang="en-US" sz="1500" spc="-1" strike="noStrike">
                <a:solidFill>
                  <a:srgbClr val="000000"/>
                </a:solidFill>
                <a:latin typeface="Calibri"/>
                <a:ea typeface="Calibri"/>
              </a:rPr>
              <a:t> </a:t>
            </a:r>
            <a:r>
              <a:rPr b="0" lang="en-US" sz="1500" spc="-1" strike="noStrike">
                <a:solidFill>
                  <a:srgbClr val="000000"/>
                </a:solidFill>
                <a:latin typeface="Calibri"/>
                <a:ea typeface="Calibri"/>
              </a:rPr>
              <a:t>use testing data for training purposes.</a:t>
            </a:r>
            <a:endParaRPr b="0" lang="en-US" sz="1500" spc="-1" strike="noStrike">
              <a:solidFill>
                <a:srgbClr val="000000"/>
              </a:solidFill>
              <a:latin typeface="Arial"/>
            </a:endParaRPr>
          </a:p>
          <a:p>
            <a:pPr>
              <a:lnSpc>
                <a:spcPct val="115000"/>
              </a:lnSpc>
              <a:spcAft>
                <a:spcPts val="1001"/>
              </a:spcAft>
              <a:buNone/>
              <a:tabLst>
                <a:tab algn="l" pos="0"/>
              </a:tabLst>
            </a:pPr>
            <a:endParaRPr b="0" lang="en-US" sz="1400" spc="-1" strike="noStrike">
              <a:solidFill>
                <a:srgbClr val="000000"/>
              </a:solidFill>
              <a:latin typeface="Arial"/>
            </a:endParaRPr>
          </a:p>
        </p:txBody>
      </p:sp>
      <p:sp>
        <p:nvSpPr>
          <p:cNvPr id="200" name="PlaceHolder 3"/>
          <p:cNvSpPr>
            <a:spLocks noGrp="1"/>
          </p:cNvSpPr>
          <p:nvPr>
            <p:ph type="sldNum" idx="22"/>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EB5AA5BF-C0A3-4E17-9EFE-E86D90FE65D0}" type="slidenum">
              <a:rPr b="0" lang="en-US" sz="1000" spc="-1" strike="noStrike">
                <a:solidFill>
                  <a:srgbClr val="695d46"/>
                </a:solidFill>
                <a:latin typeface="Open Sans"/>
                <a:ea typeface="Open Sans"/>
              </a:rPr>
              <a:t>20</a:t>
            </a:fld>
            <a:endParaRPr b="0" lang="en-US" sz="1000" spc="-1" strike="noStrike">
              <a:latin typeface="Times New Roman"/>
            </a:endParaRPr>
          </a:p>
        </p:txBody>
      </p:sp>
      <p:pic>
        <p:nvPicPr>
          <p:cNvPr id="201" name="Google Shape;216;p32" descr=""/>
          <p:cNvPicPr/>
          <p:nvPr/>
        </p:nvPicPr>
        <p:blipFill>
          <a:blip r:embed="rId1"/>
          <a:stretch/>
        </p:blipFill>
        <p:spPr>
          <a:xfrm>
            <a:off x="7053120" y="104400"/>
            <a:ext cx="1490760" cy="2724840"/>
          </a:xfrm>
          <a:prstGeom prst="rect">
            <a:avLst/>
          </a:prstGeom>
          <a:ln w="0">
            <a:noFill/>
          </a:ln>
        </p:spPr>
      </p:pic>
      <p:pic>
        <p:nvPicPr>
          <p:cNvPr id="202" name="Google Shape;217;p32" descr=""/>
          <p:cNvPicPr/>
          <p:nvPr/>
        </p:nvPicPr>
        <p:blipFill>
          <a:blip r:embed="rId2"/>
          <a:stretch/>
        </p:blipFill>
        <p:spPr>
          <a:xfrm>
            <a:off x="4720320" y="2946600"/>
            <a:ext cx="3823560" cy="202392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311760" y="814680"/>
            <a:ext cx="8570880" cy="941760"/>
          </a:xfrm>
          <a:prstGeom prst="rect">
            <a:avLst/>
          </a:prstGeom>
          <a:noFill/>
          <a:ln w="0">
            <a:noFill/>
          </a:ln>
        </p:spPr>
        <p:txBody>
          <a:bodyPr tIns="91440" bIns="91440" anchor="ctr">
            <a:normAutofit/>
          </a:bodyPr>
          <a:p>
            <a:pPr algn="ctr">
              <a:lnSpc>
                <a:spcPct val="100000"/>
              </a:lnSpc>
              <a:buNone/>
              <a:tabLst>
                <a:tab algn="l" pos="0"/>
              </a:tabLst>
            </a:pPr>
            <a:r>
              <a:rPr b="1" lang="en-US" sz="3600" spc="-1" strike="noStrike">
                <a:solidFill>
                  <a:srgbClr val="ef6c00"/>
                </a:solidFill>
                <a:latin typeface="PT Sans Narrow"/>
                <a:ea typeface="PT Sans Narrow"/>
              </a:rPr>
              <a:t>Submission &amp; Rules</a:t>
            </a:r>
            <a:endParaRPr b="0" lang="en-US" sz="3600" spc="-1" strike="noStrike">
              <a:solidFill>
                <a:srgbClr val="000000"/>
              </a:solidFill>
              <a:latin typeface="Arial"/>
            </a:endParaRPr>
          </a:p>
        </p:txBody>
      </p:sp>
      <p:sp>
        <p:nvSpPr>
          <p:cNvPr id="204" name="PlaceHolder 2"/>
          <p:cNvSpPr>
            <a:spLocks noGrp="1"/>
          </p:cNvSpPr>
          <p:nvPr>
            <p:ph type="sldNum" idx="23"/>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ffffff"/>
                </a:solidFill>
                <a:latin typeface="Open Sans"/>
                <a:ea typeface="Open Sans"/>
              </a:defRPr>
            </a:lvl1pPr>
          </a:lstStyle>
          <a:p>
            <a:pPr algn="r">
              <a:lnSpc>
                <a:spcPct val="100000"/>
              </a:lnSpc>
              <a:buNone/>
              <a:tabLst>
                <a:tab algn="l" pos="0"/>
              </a:tabLst>
            </a:pPr>
            <a:fld id="{08EE2DE1-8A0B-4F7C-A438-C5B40C597AE6}" type="slidenum">
              <a:rPr b="0" lang="en-US" sz="1000" spc="-1" strike="noStrike">
                <a:solidFill>
                  <a:srgbClr val="ffffff"/>
                </a:solidFill>
                <a:latin typeface="Open Sans"/>
                <a:ea typeface="Open Sans"/>
              </a:rPr>
              <a:t>21</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Submission</a:t>
            </a:r>
            <a:endParaRPr b="0" lang="en-US" sz="3600" spc="-1" strike="noStrike">
              <a:solidFill>
                <a:srgbClr val="000000"/>
              </a:solidFill>
              <a:latin typeface="Arial"/>
            </a:endParaRPr>
          </a:p>
        </p:txBody>
      </p:sp>
      <p:sp>
        <p:nvSpPr>
          <p:cNvPr id="206" name="PlaceHolder 2"/>
          <p:cNvSpPr>
            <a:spLocks noGrp="1"/>
          </p:cNvSpPr>
          <p:nvPr>
            <p:ph/>
          </p:nvPr>
        </p:nvSpPr>
        <p:spPr>
          <a:xfrm>
            <a:off x="311760" y="1266480"/>
            <a:ext cx="8520120" cy="3302280"/>
          </a:xfrm>
          <a:prstGeom prst="rect">
            <a:avLst/>
          </a:prstGeom>
          <a:noFill/>
          <a:ln w="0">
            <a:noFill/>
          </a:ln>
        </p:spPr>
        <p:txBody>
          <a:bodyPr tIns="91440" bIns="91440" anchor="t">
            <a:normAutofit fontScale="97000"/>
          </a:bodyPr>
          <a:p>
            <a:pPr marL="457200" indent="-343080" algn="ctr">
              <a:lnSpc>
                <a:spcPct val="115000"/>
              </a:lnSpc>
              <a:buClr>
                <a:srgbClr val="695d46"/>
              </a:buClr>
              <a:buFont typeface="Open Sans"/>
              <a:buChar char="●"/>
            </a:pPr>
            <a:r>
              <a:rPr b="0" lang="en-US" sz="1800" spc="-1" strike="noStrike">
                <a:solidFill>
                  <a:srgbClr val="695d46"/>
                </a:solidFill>
                <a:latin typeface="Open Sans"/>
                <a:ea typeface="Open Sans"/>
              </a:rPr>
              <a:t>Click the following link to get submission repo with your GitHub account:</a:t>
            </a:r>
            <a:endParaRPr b="0" lang="en-US" sz="1800" spc="-1" strike="noStrike">
              <a:solidFill>
                <a:srgbClr val="000000"/>
              </a:solidFill>
              <a:latin typeface="Arial"/>
            </a:endParaRPr>
          </a:p>
          <a:p>
            <a:pPr algn="ctr">
              <a:lnSpc>
                <a:spcPct val="115000"/>
              </a:lnSpc>
              <a:buNone/>
              <a:tabLst>
                <a:tab algn="l" pos="0"/>
              </a:tabLst>
            </a:pPr>
            <a:r>
              <a:rPr b="0" lang="en-US" sz="1800" spc="-1" strike="noStrike" u="sng">
                <a:solidFill>
                  <a:srgbClr val="009668"/>
                </a:solidFill>
                <a:uFillTx/>
                <a:latin typeface="Open Sans"/>
                <a:ea typeface="Open Sans"/>
                <a:hlinkClick r:id="rId1"/>
              </a:rPr>
              <a:t>https://classroom.github.com/a/4AUGnMVG</a:t>
            </a:r>
            <a:endParaRPr b="0" lang="en-US" sz="1800" spc="-1" strike="noStrike">
              <a:solidFill>
                <a:srgbClr val="000000"/>
              </a:solidFill>
              <a:latin typeface="Arial"/>
            </a:endParaRPr>
          </a:p>
          <a:p>
            <a:pPr lvl="1" marL="914400" indent="-317520">
              <a:lnSpc>
                <a:spcPct val="115000"/>
              </a:lnSpc>
              <a:buClr>
                <a:srgbClr val="695d46"/>
              </a:buClr>
              <a:buFont typeface="Open Sans"/>
              <a:buChar char="○"/>
              <a:tabLst>
                <a:tab algn="l" pos="0"/>
              </a:tabLst>
            </a:pPr>
            <a:r>
              <a:rPr b="0" lang="en-US" sz="1400" spc="-1" strike="noStrike">
                <a:solidFill>
                  <a:srgbClr val="695d46"/>
                </a:solidFill>
                <a:latin typeface="Open Sans"/>
                <a:ea typeface="Open Sans"/>
              </a:rPr>
              <a:t>You should connect your Github account to the classroom with your </a:t>
            </a:r>
            <a:r>
              <a:rPr b="1" lang="en-US" sz="1400" spc="-1" strike="noStrike">
                <a:solidFill>
                  <a:srgbClr val="ff0000"/>
                </a:solidFill>
                <a:latin typeface="Open Sans"/>
                <a:ea typeface="Open Sans"/>
              </a:rPr>
              <a:t>student ID</a:t>
            </a:r>
            <a:endParaRPr b="0" lang="en-US" sz="1400" spc="-1" strike="noStrike">
              <a:solidFill>
                <a:srgbClr val="000000"/>
              </a:solidFill>
              <a:latin typeface="Arial"/>
            </a:endParaRPr>
          </a:p>
          <a:p>
            <a:pPr lvl="1" marL="914400" indent="-317520">
              <a:lnSpc>
                <a:spcPct val="115000"/>
              </a:lnSpc>
              <a:buClr>
                <a:srgbClr val="695d46"/>
              </a:buClr>
              <a:buFont typeface="Open Sans"/>
              <a:buChar char="○"/>
              <a:tabLst>
                <a:tab algn="l" pos="0"/>
              </a:tabLst>
            </a:pPr>
            <a:r>
              <a:rPr b="0" lang="en-US" sz="1400" spc="-1" strike="noStrike">
                <a:solidFill>
                  <a:srgbClr val="695d46"/>
                </a:solidFill>
                <a:latin typeface="Open Sans"/>
                <a:ea typeface="Open Sans"/>
              </a:rPr>
              <a:t>If you cannot find your student ID in the list, please contact us (</a:t>
            </a:r>
            <a:r>
              <a:rPr b="0" lang="en-US" sz="1400" spc="-1" strike="noStrike" u="sng">
                <a:solidFill>
                  <a:srgbClr val="009668"/>
                </a:solidFill>
                <a:uFillTx/>
                <a:latin typeface="Open Sans"/>
                <a:ea typeface="Open Sans"/>
                <a:hlinkClick r:id="rId2"/>
              </a:rPr>
              <a:t>ntu-dlcv-2025-fall-ta@googlegroups.com</a:t>
            </a:r>
            <a:r>
              <a:rPr b="0" lang="en-US" sz="1400" spc="-1" strike="noStrike">
                <a:solidFill>
                  <a:srgbClr val="695d46"/>
                </a:solidFill>
                <a:latin typeface="Open Sans"/>
                <a:ea typeface="Open Sans"/>
              </a:rPr>
              <a:t>)</a:t>
            </a:r>
            <a:endParaRPr b="0" lang="en-US" sz="1400" spc="-1" strike="noStrike">
              <a:solidFill>
                <a:srgbClr val="000000"/>
              </a:solidFill>
              <a:latin typeface="Arial"/>
            </a:endParaRPr>
          </a:p>
          <a:p>
            <a:pPr marL="457200" indent="-343080">
              <a:lnSpc>
                <a:spcPct val="115000"/>
              </a:lnSpc>
              <a:spcBef>
                <a:spcPts val="1001"/>
              </a:spcBef>
              <a:buClr>
                <a:srgbClr val="695d46"/>
              </a:buClr>
              <a:buFont typeface="Open Sans"/>
              <a:buChar char="●"/>
              <a:tabLst>
                <a:tab algn="l" pos="0"/>
              </a:tabLst>
            </a:pPr>
            <a:r>
              <a:rPr b="0" lang="en-US" sz="1800" spc="-1" strike="noStrike">
                <a:solidFill>
                  <a:srgbClr val="695d46"/>
                </a:solidFill>
                <a:latin typeface="Open Sans"/>
                <a:ea typeface="Open Sans"/>
              </a:rPr>
              <a:t>By default, we will grade your </a:t>
            </a:r>
            <a:r>
              <a:rPr b="1" lang="en-US" sz="1800" spc="-1" strike="noStrike">
                <a:solidFill>
                  <a:srgbClr val="ff0000"/>
                </a:solidFill>
                <a:latin typeface="Open Sans"/>
                <a:ea typeface="Open Sans"/>
              </a:rPr>
              <a:t>last submission (commit) before the deadline</a:t>
            </a:r>
            <a:r>
              <a:rPr b="0" lang="en-US" sz="1800" spc="-1" strike="noStrike">
                <a:solidFill>
                  <a:srgbClr val="695d46"/>
                </a:solidFill>
                <a:latin typeface="Open Sans"/>
                <a:ea typeface="Open Sans"/>
              </a:rPr>
              <a:t>. Please e-mail the TAs if you’d like to submit another version of your repository and let us know which commit to grade.</a:t>
            </a:r>
            <a:endParaRPr b="0" lang="en-US" sz="1800" spc="-1" strike="noStrike">
              <a:solidFill>
                <a:srgbClr val="000000"/>
              </a:solidFill>
              <a:latin typeface="Arial"/>
            </a:endParaRPr>
          </a:p>
          <a:p>
            <a:pPr marL="457200" indent="-343080">
              <a:lnSpc>
                <a:spcPct val="115000"/>
              </a:lnSpc>
              <a:spcBef>
                <a:spcPts val="1001"/>
              </a:spcBef>
              <a:spcAft>
                <a:spcPts val="1001"/>
              </a:spcAft>
              <a:buClr>
                <a:srgbClr val="695d46"/>
              </a:buClr>
              <a:buFont typeface="Open Sans"/>
              <a:buChar char="●"/>
              <a:tabLst>
                <a:tab algn="l" pos="0"/>
              </a:tabLst>
            </a:pPr>
            <a:r>
              <a:rPr b="0" lang="en-US" sz="1800" spc="-1" strike="noStrike">
                <a:solidFill>
                  <a:srgbClr val="695d46"/>
                </a:solidFill>
                <a:latin typeface="Open Sans"/>
                <a:ea typeface="Open Sans"/>
              </a:rPr>
              <a:t>We will clone the </a:t>
            </a:r>
            <a:r>
              <a:rPr b="1" lang="en-US" sz="1800" spc="-1" strike="noStrike">
                <a:solidFill>
                  <a:srgbClr val="ff0000"/>
                </a:solidFill>
                <a:latin typeface="Open Sans"/>
                <a:ea typeface="Open Sans"/>
              </a:rPr>
              <a:t>main </a:t>
            </a:r>
            <a:r>
              <a:rPr b="0" lang="en-US" sz="1800" spc="-1" strike="noStrike">
                <a:solidFill>
                  <a:srgbClr val="695d46"/>
                </a:solidFill>
                <a:latin typeface="Open Sans"/>
                <a:ea typeface="Open Sans"/>
              </a:rPr>
              <a:t>branch of your repository.</a:t>
            </a:r>
            <a:endParaRPr b="0" lang="en-US" sz="1800" spc="-1" strike="noStrike">
              <a:solidFill>
                <a:srgbClr val="000000"/>
              </a:solidFill>
              <a:latin typeface="Arial"/>
            </a:endParaRPr>
          </a:p>
        </p:txBody>
      </p:sp>
      <p:sp>
        <p:nvSpPr>
          <p:cNvPr id="207" name="PlaceHolder 3"/>
          <p:cNvSpPr>
            <a:spLocks noGrp="1"/>
          </p:cNvSpPr>
          <p:nvPr>
            <p:ph type="sldNum" idx="24"/>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6CDE519B-BE25-47F1-9AB5-A88C33AC0160}" type="slidenum">
              <a:rPr b="0" lang="en-US" sz="1000" spc="-1" strike="noStrike">
                <a:solidFill>
                  <a:srgbClr val="695d46"/>
                </a:solidFill>
                <a:latin typeface="Open Sans"/>
                <a:ea typeface="Open Sans"/>
              </a:rPr>
              <a:t>22</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Submission</a:t>
            </a:r>
            <a:endParaRPr b="0" lang="en-US" sz="3600" spc="-1" strike="noStrike">
              <a:solidFill>
                <a:srgbClr val="000000"/>
              </a:solidFill>
              <a:latin typeface="Arial"/>
            </a:endParaRPr>
          </a:p>
        </p:txBody>
      </p:sp>
      <p:sp>
        <p:nvSpPr>
          <p:cNvPr id="209"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Your GitHub repository should include the following files</a:t>
            </a:r>
            <a:endParaRPr b="0" lang="en-US" sz="1800" spc="-1" strike="noStrike">
              <a:solidFill>
                <a:srgbClr val="000000"/>
              </a:solidFill>
              <a:latin typeface="Arial"/>
            </a:endParaRPr>
          </a:p>
          <a:p>
            <a:pPr lvl="1" marL="914400" indent="-317520">
              <a:lnSpc>
                <a:spcPct val="115000"/>
              </a:lnSpc>
              <a:buClr>
                <a:srgbClr val="695d46"/>
              </a:buClr>
              <a:buFont typeface="Open Sans"/>
              <a:buChar char="○"/>
            </a:pPr>
            <a:r>
              <a:rPr b="0" lang="en-US" sz="1400" spc="-1" strike="noStrike">
                <a:solidFill>
                  <a:srgbClr val="695d46"/>
                </a:solidFill>
                <a:latin typeface="Open Sans"/>
                <a:ea typeface="Open Sans"/>
              </a:rPr>
              <a:t>hw</a:t>
            </a:r>
            <a:r>
              <a:rPr b="0" lang="en-US" sz="1400" spc="-1" strike="noStrike">
                <a:solidFill>
                  <a:srgbClr val="666666"/>
                </a:solidFill>
                <a:latin typeface="Open Sans"/>
                <a:ea typeface="Open Sans"/>
              </a:rPr>
              <a:t>4</a:t>
            </a:r>
            <a:r>
              <a:rPr b="0" lang="en-US" sz="1400" spc="-1" strike="noStrike">
                <a:solidFill>
                  <a:srgbClr val="695d46"/>
                </a:solidFill>
                <a:latin typeface="Open Sans"/>
                <a:ea typeface="Open Sans"/>
              </a:rPr>
              <a:t>_&lt;studentID&gt;.pdf </a:t>
            </a:r>
            <a:r>
              <a:rPr b="0" lang="en-US" sz="1400" spc="-1" strike="noStrike">
                <a:solidFill>
                  <a:srgbClr val="b7b7b7"/>
                </a:solidFill>
                <a:latin typeface="Open Sans"/>
                <a:ea typeface="Open Sans"/>
              </a:rPr>
              <a:t>(report)</a:t>
            </a:r>
            <a:endParaRPr b="0" lang="en-US" sz="1400" spc="-1" strike="noStrike">
              <a:solidFill>
                <a:srgbClr val="000000"/>
              </a:solidFill>
              <a:latin typeface="Arial"/>
            </a:endParaRPr>
          </a:p>
          <a:p>
            <a:pPr lvl="1" marL="914400" indent="-317520">
              <a:lnSpc>
                <a:spcPct val="115000"/>
              </a:lnSpc>
              <a:buClr>
                <a:srgbClr val="695d46"/>
              </a:buClr>
              <a:buFont typeface="Open Sans"/>
              <a:buChar char="○"/>
            </a:pPr>
            <a:r>
              <a:rPr b="0" lang="en-US" sz="1400" spc="-1" strike="noStrike">
                <a:solidFill>
                  <a:srgbClr val="695d46"/>
                </a:solidFill>
                <a:latin typeface="Open Sans"/>
                <a:ea typeface="Open Sans"/>
              </a:rPr>
              <a:t>hw</a:t>
            </a:r>
            <a:r>
              <a:rPr b="0" lang="en-US" sz="1400" spc="-1" strike="noStrike">
                <a:solidFill>
                  <a:srgbClr val="666666"/>
                </a:solidFill>
                <a:latin typeface="Open Sans"/>
                <a:ea typeface="Open Sans"/>
              </a:rPr>
              <a:t>4</a:t>
            </a:r>
            <a:r>
              <a:rPr b="0" lang="en-US" sz="1400" spc="-1" strike="noStrike">
                <a:solidFill>
                  <a:srgbClr val="695d46"/>
                </a:solidFill>
                <a:latin typeface="Open Sans"/>
                <a:ea typeface="Open Sans"/>
              </a:rPr>
              <a:t>_1_1.sh </a:t>
            </a:r>
            <a:r>
              <a:rPr b="0" lang="en-US" sz="1400" spc="-1" strike="noStrike">
                <a:solidFill>
                  <a:srgbClr val="b7b7b7"/>
                </a:solidFill>
                <a:latin typeface="Open Sans"/>
                <a:ea typeface="Open Sans"/>
              </a:rPr>
              <a:t>(for Problem 1)</a:t>
            </a:r>
            <a:endParaRPr b="0" lang="en-US" sz="1400" spc="-1" strike="noStrike">
              <a:solidFill>
                <a:srgbClr val="000000"/>
              </a:solidFill>
              <a:latin typeface="Arial"/>
            </a:endParaRPr>
          </a:p>
          <a:p>
            <a:pPr lvl="1" marL="914400" indent="-317520">
              <a:lnSpc>
                <a:spcPct val="115000"/>
              </a:lnSpc>
              <a:buClr>
                <a:srgbClr val="695d46"/>
              </a:buClr>
              <a:buFont typeface="Open Sans"/>
              <a:buChar char="○"/>
            </a:pPr>
            <a:r>
              <a:rPr b="0" lang="en-US" sz="1400" spc="-1" strike="noStrike">
                <a:solidFill>
                  <a:srgbClr val="695d46"/>
                </a:solidFill>
                <a:latin typeface="Open Sans"/>
                <a:ea typeface="Open Sans"/>
              </a:rPr>
              <a:t>hw</a:t>
            </a:r>
            <a:r>
              <a:rPr b="0" lang="en-US" sz="1400" spc="-1" strike="noStrike">
                <a:solidFill>
                  <a:srgbClr val="666666"/>
                </a:solidFill>
                <a:latin typeface="Open Sans"/>
                <a:ea typeface="Open Sans"/>
              </a:rPr>
              <a:t>4</a:t>
            </a:r>
            <a:r>
              <a:rPr b="0" lang="en-US" sz="1400" spc="-1" strike="noStrike">
                <a:solidFill>
                  <a:srgbClr val="695d46"/>
                </a:solidFill>
                <a:latin typeface="Open Sans"/>
                <a:ea typeface="Open Sans"/>
              </a:rPr>
              <a:t>_1_2.sh </a:t>
            </a:r>
            <a:r>
              <a:rPr b="0" lang="en-US" sz="1400" spc="-1" strike="noStrike">
                <a:solidFill>
                  <a:srgbClr val="b7b7b7"/>
                </a:solidFill>
                <a:latin typeface="Open Sans"/>
                <a:ea typeface="Open Sans"/>
              </a:rPr>
              <a:t>(for Problem 1)</a:t>
            </a:r>
            <a:endParaRPr b="0" lang="en-US" sz="1400" spc="-1" strike="noStrike">
              <a:solidFill>
                <a:srgbClr val="000000"/>
              </a:solidFill>
              <a:latin typeface="Arial"/>
            </a:endParaRPr>
          </a:p>
          <a:p>
            <a:pPr lvl="1" marL="914400" indent="-317520">
              <a:lnSpc>
                <a:spcPct val="115000"/>
              </a:lnSpc>
              <a:buClr>
                <a:srgbClr val="695d46"/>
              </a:buClr>
              <a:buFont typeface="Open Sans"/>
              <a:buChar char="○"/>
            </a:pPr>
            <a:r>
              <a:rPr b="0" lang="en-US" sz="1400" spc="-1" strike="noStrike">
                <a:solidFill>
                  <a:srgbClr val="695d46"/>
                </a:solidFill>
                <a:latin typeface="Open Sans"/>
                <a:ea typeface="Open Sans"/>
              </a:rPr>
              <a:t>Python files </a:t>
            </a:r>
            <a:r>
              <a:rPr b="0" lang="en-US" sz="1400" spc="-1" strike="noStrike">
                <a:solidFill>
                  <a:srgbClr val="b7b7b7"/>
                </a:solidFill>
                <a:latin typeface="Open Sans"/>
                <a:ea typeface="Open Sans"/>
              </a:rPr>
              <a:t>(e.g., training code &amp; inference code &amp; visualization code)</a:t>
            </a:r>
            <a:endParaRPr b="0" lang="en-US" sz="1400" spc="-1" strike="noStrike">
              <a:solidFill>
                <a:srgbClr val="000000"/>
              </a:solidFill>
              <a:latin typeface="Arial"/>
            </a:endParaRPr>
          </a:p>
          <a:p>
            <a:pPr lvl="1" marL="914400" indent="-317520">
              <a:lnSpc>
                <a:spcPct val="115000"/>
              </a:lnSpc>
              <a:buClr>
                <a:srgbClr val="695d46"/>
              </a:buClr>
              <a:buFont typeface="Open Sans"/>
              <a:buChar char="○"/>
            </a:pPr>
            <a:r>
              <a:rPr b="0" lang="en-US" sz="1400" spc="-1" strike="noStrike">
                <a:solidFill>
                  <a:srgbClr val="695d46"/>
                </a:solidFill>
                <a:latin typeface="Open Sans"/>
                <a:ea typeface="Open Sans"/>
              </a:rPr>
              <a:t>Model files </a:t>
            </a:r>
            <a:r>
              <a:rPr b="0" lang="en-US" sz="1400" spc="-1" strike="noStrike">
                <a:solidFill>
                  <a:srgbClr val="b7b7b7"/>
                </a:solidFill>
                <a:latin typeface="Open Sans"/>
                <a:ea typeface="Open Sans"/>
              </a:rPr>
              <a:t>(can be loaded by your python file)</a:t>
            </a:r>
            <a:endParaRPr b="0" lang="en-US" sz="14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&lt;other notes&gt;</a:t>
            </a:r>
            <a:endParaRPr b="0" lang="en-US" sz="1800" spc="-1" strike="noStrike">
              <a:solidFill>
                <a:srgbClr val="000000"/>
              </a:solidFill>
              <a:latin typeface="Arial"/>
            </a:endParaRPr>
          </a:p>
          <a:p>
            <a:pPr marL="457200" indent="-343080">
              <a:lnSpc>
                <a:spcPct val="115000"/>
              </a:lnSpc>
              <a:spcBef>
                <a:spcPts val="1001"/>
              </a:spcBef>
              <a:buClr>
                <a:srgbClr val="ff0000"/>
              </a:buClr>
              <a:buFont typeface="Open Sans"/>
              <a:buChar char="●"/>
            </a:pPr>
            <a:r>
              <a:rPr b="1" lang="en-US" sz="1800" spc="-1" strike="noStrike">
                <a:solidFill>
                  <a:srgbClr val="ff0000"/>
                </a:solidFill>
                <a:latin typeface="Open Sans"/>
                <a:ea typeface="Open Sans"/>
              </a:rPr>
              <a:t>Don’t push the dataset to your repo.</a:t>
            </a:r>
            <a:endParaRPr b="0" lang="en-US" sz="1800" spc="-1" strike="noStrike">
              <a:solidFill>
                <a:srgbClr val="000000"/>
              </a:solidFill>
              <a:latin typeface="Arial"/>
            </a:endParaRPr>
          </a:p>
          <a:p>
            <a:pPr marL="457200" indent="-343080">
              <a:lnSpc>
                <a:spcPct val="115000"/>
              </a:lnSpc>
              <a:spcBef>
                <a:spcPts val="1001"/>
              </a:spcBef>
              <a:spcAft>
                <a:spcPts val="1001"/>
              </a:spcAft>
              <a:buClr>
                <a:srgbClr val="ff0000"/>
              </a:buClr>
              <a:buFont typeface="Open Sans"/>
              <a:buChar char="●"/>
            </a:pPr>
            <a:r>
              <a:rPr b="1" lang="en-US" sz="1800" spc="-1" strike="noStrike">
                <a:solidFill>
                  <a:srgbClr val="ff0000"/>
                </a:solidFill>
                <a:latin typeface="Open Sans"/>
                <a:ea typeface="Open Sans"/>
              </a:rPr>
              <a:t>If any of the file format is wrong, you will get zero point.</a:t>
            </a:r>
            <a:endParaRPr b="0" lang="en-US" sz="1800" spc="-1" strike="noStrike">
              <a:solidFill>
                <a:srgbClr val="000000"/>
              </a:solidFill>
              <a:latin typeface="Arial"/>
            </a:endParaRPr>
          </a:p>
        </p:txBody>
      </p:sp>
      <p:sp>
        <p:nvSpPr>
          <p:cNvPr id="210" name="PlaceHolder 3"/>
          <p:cNvSpPr>
            <a:spLocks noGrp="1"/>
          </p:cNvSpPr>
          <p:nvPr>
            <p:ph type="sldNum" idx="25"/>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10A02E45-126C-4BAA-B9D3-7DAA774A8EF8}" type="slidenum">
              <a:rPr b="0" lang="en-US" sz="1000" spc="-1" strike="noStrike">
                <a:solidFill>
                  <a:srgbClr val="695d46"/>
                </a:solidFill>
                <a:latin typeface="Open Sans"/>
                <a:ea typeface="Open Sans"/>
              </a:rPr>
              <a:t>23</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Bash Script - Problem 1</a:t>
            </a:r>
            <a:endParaRPr b="0" lang="en-US" sz="3600" spc="-1" strike="noStrike">
              <a:solidFill>
                <a:srgbClr val="000000"/>
              </a:solidFill>
              <a:latin typeface="Arial"/>
            </a:endParaRPr>
          </a:p>
        </p:txBody>
      </p:sp>
      <p:sp>
        <p:nvSpPr>
          <p:cNvPr id="212" name="PlaceHolder 2"/>
          <p:cNvSpPr>
            <a:spLocks noGrp="1"/>
          </p:cNvSpPr>
          <p:nvPr>
            <p:ph/>
          </p:nvPr>
        </p:nvSpPr>
        <p:spPr>
          <a:xfrm>
            <a:off x="311760" y="1266480"/>
            <a:ext cx="8520120" cy="387684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TA will run your code as shown below</a:t>
            </a:r>
            <a:endParaRPr b="0" lang="en-US" sz="1800" spc="-1" strike="noStrike">
              <a:solidFill>
                <a:srgbClr val="000000"/>
              </a:solidFill>
              <a:latin typeface="Arial"/>
            </a:endParaRPr>
          </a:p>
          <a:p>
            <a:pPr marL="914400">
              <a:lnSpc>
                <a:spcPct val="115000"/>
              </a:lnSpc>
              <a:spcBef>
                <a:spcPts val="1199"/>
              </a:spcBef>
              <a:buNone/>
              <a:tabLst>
                <a:tab algn="l" pos="0"/>
              </a:tabLst>
            </a:pPr>
            <a:endParaRPr b="0" lang="en-US" sz="1800" spc="-1" strike="noStrike">
              <a:solidFill>
                <a:srgbClr val="000000"/>
              </a:solidFill>
              <a:latin typeface="Arial"/>
            </a:endParaRPr>
          </a:p>
          <a:p>
            <a:pPr>
              <a:lnSpc>
                <a:spcPct val="115000"/>
              </a:lnSpc>
              <a:spcBef>
                <a:spcPts val="1199"/>
              </a:spcBef>
              <a:buNone/>
              <a:tabLst>
                <a:tab algn="l" pos="0"/>
              </a:tabLst>
            </a:pPr>
            <a:endParaRPr b="0" lang="en-US" sz="1800" spc="-1" strike="noStrike">
              <a:solidFill>
                <a:srgbClr val="000000"/>
              </a:solidFill>
              <a:latin typeface="Arial"/>
            </a:endParaRPr>
          </a:p>
          <a:p>
            <a:pPr>
              <a:lnSpc>
                <a:spcPct val="115000"/>
              </a:lnSpc>
              <a:spcBef>
                <a:spcPts val="1199"/>
              </a:spcBef>
              <a:buNone/>
              <a:tabLst>
                <a:tab algn="l" pos="0"/>
              </a:tabLst>
            </a:pPr>
            <a:endParaRPr b="0" lang="en-US" sz="1100" spc="-1" strike="noStrike">
              <a:solidFill>
                <a:srgbClr val="000000"/>
              </a:solidFill>
              <a:latin typeface="Arial"/>
            </a:endParaRPr>
          </a:p>
          <a:p>
            <a:pPr>
              <a:lnSpc>
                <a:spcPct val="115000"/>
              </a:lnSpc>
              <a:spcBef>
                <a:spcPts val="1199"/>
              </a:spcBef>
              <a:buNone/>
              <a:tabLst>
                <a:tab algn="l" pos="0"/>
              </a:tabLst>
            </a:pPr>
            <a:endParaRPr b="0" lang="en-US" sz="1800" spc="-1" strike="noStrike">
              <a:solidFill>
                <a:srgbClr val="000000"/>
              </a:solidFill>
              <a:latin typeface="Arial"/>
            </a:endParaRPr>
          </a:p>
          <a:p>
            <a:pPr marL="457200">
              <a:lnSpc>
                <a:spcPct val="115000"/>
              </a:lnSpc>
              <a:spcBef>
                <a:spcPts val="1001"/>
              </a:spcBef>
              <a:buNone/>
              <a:tabLst>
                <a:tab algn="l" pos="0"/>
              </a:tabLst>
            </a:pPr>
            <a:endParaRPr b="0" lang="en-US" sz="1800" spc="-1" strike="noStrike">
              <a:solidFill>
                <a:srgbClr val="000000"/>
              </a:solidFill>
              <a:latin typeface="Arial"/>
            </a:endParaRPr>
          </a:p>
          <a:p>
            <a:pPr marL="457200" indent="-343080">
              <a:lnSpc>
                <a:spcPct val="115000"/>
              </a:lnSpc>
              <a:spcBef>
                <a:spcPts val="1001"/>
              </a:spcBef>
              <a:buClr>
                <a:srgbClr val="695d46"/>
              </a:buClr>
              <a:buFont typeface="Open Sans"/>
              <a:buChar char="●"/>
              <a:tabLst>
                <a:tab algn="l" pos="0"/>
              </a:tabLst>
            </a:pPr>
            <a:r>
              <a:rPr b="0" lang="en-US" sz="1800" spc="-1" strike="noStrike">
                <a:solidFill>
                  <a:srgbClr val="695d46"/>
                </a:solidFill>
                <a:latin typeface="Open Sans"/>
                <a:ea typeface="Open Sans"/>
              </a:rPr>
              <a:t>Note that you should </a:t>
            </a:r>
            <a:r>
              <a:rPr b="1" lang="en-US" sz="1800" spc="-1" strike="noStrike">
                <a:solidFill>
                  <a:srgbClr val="ff0000"/>
                </a:solidFill>
                <a:latin typeface="Open Sans"/>
                <a:ea typeface="Open Sans"/>
              </a:rPr>
              <a:t>NOT </a:t>
            </a:r>
            <a:r>
              <a:rPr b="0" lang="en-US" sz="1800" spc="-1" strike="noStrike">
                <a:solidFill>
                  <a:srgbClr val="695d46"/>
                </a:solidFill>
                <a:latin typeface="Open Sans"/>
                <a:ea typeface="Open Sans"/>
              </a:rPr>
              <a:t>hard code any path in your file or script.</a:t>
            </a:r>
            <a:endParaRPr b="0" lang="en-US" sz="1800" spc="-1" strike="noStrike">
              <a:solidFill>
                <a:srgbClr val="000000"/>
              </a:solidFill>
              <a:latin typeface="Arial"/>
            </a:endParaRPr>
          </a:p>
          <a:p>
            <a:pPr marL="457200" indent="-343080">
              <a:lnSpc>
                <a:spcPct val="115000"/>
              </a:lnSpc>
              <a:spcBef>
                <a:spcPts val="1001"/>
              </a:spcBef>
              <a:spcAft>
                <a:spcPts val="1001"/>
              </a:spcAft>
              <a:buClr>
                <a:srgbClr val="695d46"/>
              </a:buClr>
              <a:buFont typeface="Open Sans"/>
              <a:buChar char="●"/>
              <a:tabLst>
                <a:tab algn="l" pos="0"/>
              </a:tabLst>
            </a:pPr>
            <a:r>
              <a:rPr b="0" lang="en-US" sz="1800" spc="-1" strike="noStrike">
                <a:solidFill>
                  <a:srgbClr val="695d46"/>
                </a:solidFill>
                <a:latin typeface="Open Sans"/>
                <a:ea typeface="Open Sans"/>
              </a:rPr>
              <a:t>Your testing code have to be finished in </a:t>
            </a:r>
            <a:r>
              <a:rPr b="1" lang="en-US" sz="1800" spc="-1" strike="noStrike">
                <a:solidFill>
                  <a:srgbClr val="ff0000"/>
                </a:solidFill>
                <a:latin typeface="Open Sans"/>
                <a:ea typeface="Open Sans"/>
              </a:rPr>
              <a:t>30 minutes</a:t>
            </a:r>
            <a:r>
              <a:rPr b="0" lang="en-US" sz="1800" spc="-1" strike="noStrike">
                <a:solidFill>
                  <a:srgbClr val="695d46"/>
                </a:solidFill>
                <a:latin typeface="Open Sans"/>
                <a:ea typeface="Open Sans"/>
              </a:rPr>
              <a:t>.</a:t>
            </a:r>
            <a:endParaRPr b="0" lang="en-US" sz="1800" spc="-1" strike="noStrike">
              <a:solidFill>
                <a:srgbClr val="000000"/>
              </a:solidFill>
              <a:latin typeface="Arial"/>
            </a:endParaRPr>
          </a:p>
        </p:txBody>
      </p:sp>
      <p:sp>
        <p:nvSpPr>
          <p:cNvPr id="213" name="PlaceHolder 3"/>
          <p:cNvSpPr>
            <a:spLocks noGrp="1"/>
          </p:cNvSpPr>
          <p:nvPr>
            <p:ph type="sldNum" idx="26"/>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5B96A4C0-B169-4528-9AF9-7B73456B8859}" type="slidenum">
              <a:rPr b="0" lang="en-US" sz="1000" spc="-1" strike="noStrike">
                <a:solidFill>
                  <a:srgbClr val="695d46"/>
                </a:solidFill>
                <a:latin typeface="Open Sans"/>
                <a:ea typeface="Open Sans"/>
              </a:rPr>
              <a:t>24</a:t>
            </a:fld>
            <a:endParaRPr b="0" lang="en-US" sz="1000" spc="-1" strike="noStrike">
              <a:latin typeface="Times New Roman"/>
            </a:endParaRPr>
          </a:p>
        </p:txBody>
      </p:sp>
      <p:sp>
        <p:nvSpPr>
          <p:cNvPr id="214" name="Google Shape;245;p36"/>
          <p:cNvSpPr/>
          <p:nvPr/>
        </p:nvSpPr>
        <p:spPr>
          <a:xfrm>
            <a:off x="-99720" y="1818000"/>
            <a:ext cx="5915880" cy="1613160"/>
          </a:xfrm>
          <a:prstGeom prst="rect">
            <a:avLst/>
          </a:prstGeom>
          <a:noFill/>
          <a:ln w="0">
            <a:noFill/>
          </a:ln>
        </p:spPr>
        <p:style>
          <a:lnRef idx="0"/>
          <a:fillRef idx="0"/>
          <a:effectRef idx="0"/>
          <a:fontRef idx="minor"/>
        </p:style>
        <p:txBody>
          <a:bodyPr tIns="91440" bIns="91440" anchor="t">
            <a:spAutoFit/>
          </a:bodyPr>
          <a:p>
            <a:pPr lvl="1" marL="914400" indent="-304920">
              <a:lnSpc>
                <a:spcPct val="115000"/>
              </a:lnSpc>
              <a:buClr>
                <a:srgbClr val="38761d"/>
              </a:buClr>
              <a:buFont typeface="Arial"/>
              <a:buChar char="○"/>
            </a:pPr>
            <a:r>
              <a:rPr b="1" lang="en-US" sz="1200" spc="-1" strike="noStrike">
                <a:solidFill>
                  <a:srgbClr val="38761d"/>
                </a:solidFill>
                <a:latin typeface="Arial"/>
                <a:ea typeface="Arial"/>
              </a:rPr>
              <a:t>bash hw4_1_1.sh $1 $2 $3 $4</a:t>
            </a:r>
            <a:endParaRPr b="0" lang="en-US" sz="1200" spc="-1" strike="noStrike">
              <a:latin typeface="Arial"/>
            </a:endParaRPr>
          </a:p>
          <a:p>
            <a:pPr lvl="2" marL="1371600" indent="-304920">
              <a:lnSpc>
                <a:spcPct val="115000"/>
              </a:lnSpc>
              <a:buClr>
                <a:srgbClr val="695d46"/>
              </a:buClr>
              <a:buFont typeface="Open Sans"/>
              <a:buChar char="■"/>
            </a:pPr>
            <a:r>
              <a:rPr b="1" lang="en-US" sz="1200" spc="-1" strike="noStrike">
                <a:solidFill>
                  <a:srgbClr val="000000"/>
                </a:solidFill>
                <a:latin typeface="Arial"/>
                <a:ea typeface="Arial"/>
              </a:rPr>
              <a:t>$1:</a:t>
            </a:r>
            <a:r>
              <a:rPr b="0" lang="en-US" sz="1200" spc="-1" strike="noStrike">
                <a:solidFill>
                  <a:srgbClr val="000000"/>
                </a:solidFill>
                <a:latin typeface="Arial"/>
                <a:ea typeface="Arial"/>
              </a:rPr>
              <a:t> Path to the TXT file containing the index.</a:t>
            </a:r>
            <a:endParaRPr b="0" lang="en-US" sz="1200" spc="-1" strike="noStrike">
              <a:latin typeface="Arial"/>
            </a:endParaRPr>
          </a:p>
          <a:p>
            <a:pPr lvl="2" marL="1371600" indent="-304920">
              <a:lnSpc>
                <a:spcPct val="115000"/>
              </a:lnSpc>
              <a:spcBef>
                <a:spcPts val="1001"/>
              </a:spcBef>
              <a:buClr>
                <a:srgbClr val="695d46"/>
              </a:buClr>
              <a:buFont typeface="Open Sans"/>
              <a:buChar char="■"/>
            </a:pPr>
            <a:r>
              <a:rPr b="1" lang="en-US" sz="1200" spc="-1" strike="noStrike">
                <a:solidFill>
                  <a:srgbClr val="000000"/>
                </a:solidFill>
                <a:latin typeface="Arial"/>
                <a:ea typeface="Arial"/>
              </a:rPr>
              <a:t>$2:</a:t>
            </a:r>
            <a:r>
              <a:rPr b="0" lang="en-US" sz="1200" spc="-1" strike="noStrike">
                <a:solidFill>
                  <a:srgbClr val="000000"/>
                </a:solidFill>
                <a:latin typeface="Arial"/>
                <a:ea typeface="Arial"/>
              </a:rPr>
              <a:t> Path to the original image pair directory.</a:t>
            </a:r>
            <a:endParaRPr b="0" lang="en-US" sz="1200" spc="-1" strike="noStrike">
              <a:latin typeface="Arial"/>
            </a:endParaRPr>
          </a:p>
          <a:p>
            <a:pPr lvl="2" marL="1371600" indent="-304920">
              <a:lnSpc>
                <a:spcPct val="115000"/>
              </a:lnSpc>
              <a:spcBef>
                <a:spcPts val="1001"/>
              </a:spcBef>
              <a:buClr>
                <a:srgbClr val="695d46"/>
              </a:buClr>
              <a:buFont typeface="Open Sans"/>
              <a:buChar char="■"/>
            </a:pPr>
            <a:r>
              <a:rPr b="1" lang="en-US" sz="1200" spc="-1" strike="noStrike">
                <a:solidFill>
                  <a:srgbClr val="000000"/>
                </a:solidFill>
                <a:latin typeface="Arial"/>
                <a:ea typeface="Arial"/>
              </a:rPr>
              <a:t>$3:</a:t>
            </a:r>
            <a:r>
              <a:rPr b="0" lang="en-US" sz="1200" spc="-1" strike="noStrike">
                <a:solidFill>
                  <a:srgbClr val="000000"/>
                </a:solidFill>
                <a:latin typeface="Arial"/>
                <a:ea typeface="Arial"/>
              </a:rPr>
              <a:t> Path to the model checkpoint.</a:t>
            </a:r>
            <a:endParaRPr b="0" lang="en-US" sz="1200" spc="-1" strike="noStrike">
              <a:latin typeface="Arial"/>
            </a:endParaRPr>
          </a:p>
          <a:p>
            <a:pPr lvl="2" marL="1371600" indent="-304920">
              <a:lnSpc>
                <a:spcPct val="115000"/>
              </a:lnSpc>
              <a:spcBef>
                <a:spcPts val="1001"/>
              </a:spcBef>
              <a:spcAft>
                <a:spcPts val="1001"/>
              </a:spcAft>
              <a:buClr>
                <a:srgbClr val="695d46"/>
              </a:buClr>
              <a:buFont typeface="Open Sans"/>
              <a:buChar char="■"/>
            </a:pPr>
            <a:r>
              <a:rPr b="1" lang="en-US" sz="1200" spc="-1" strike="noStrike">
                <a:solidFill>
                  <a:srgbClr val="000000"/>
                </a:solidFill>
                <a:latin typeface="Arial"/>
                <a:ea typeface="Arial"/>
              </a:rPr>
              <a:t>$4:</a:t>
            </a:r>
            <a:r>
              <a:rPr b="0" lang="en-US" sz="1200" spc="-1" strike="noStrike">
                <a:solidFill>
                  <a:srgbClr val="000000"/>
                </a:solidFill>
                <a:latin typeface="Arial"/>
                <a:ea typeface="Arial"/>
              </a:rPr>
              <a:t> Path for the output prediction file.</a:t>
            </a:r>
            <a:endParaRPr b="0" lang="en-US" sz="1200" spc="-1" strike="noStrike">
              <a:latin typeface="Arial"/>
            </a:endParaRPr>
          </a:p>
        </p:txBody>
      </p:sp>
      <p:sp>
        <p:nvSpPr>
          <p:cNvPr id="215" name="Google Shape;246;p36"/>
          <p:cNvSpPr/>
          <p:nvPr/>
        </p:nvSpPr>
        <p:spPr>
          <a:xfrm>
            <a:off x="3951360" y="1818000"/>
            <a:ext cx="5915880" cy="1950120"/>
          </a:xfrm>
          <a:prstGeom prst="rect">
            <a:avLst/>
          </a:prstGeom>
          <a:noFill/>
          <a:ln w="0">
            <a:noFill/>
          </a:ln>
        </p:spPr>
        <p:style>
          <a:lnRef idx="0"/>
          <a:fillRef idx="0"/>
          <a:effectRef idx="0"/>
          <a:fontRef idx="minor"/>
        </p:style>
        <p:txBody>
          <a:bodyPr tIns="91440" bIns="91440" anchor="t">
            <a:spAutoFit/>
          </a:bodyPr>
          <a:p>
            <a:pPr lvl="1" marL="914400" indent="-304920">
              <a:lnSpc>
                <a:spcPct val="115000"/>
              </a:lnSpc>
              <a:buClr>
                <a:srgbClr val="38761d"/>
              </a:buClr>
              <a:buFont typeface="Arial"/>
              <a:buChar char="○"/>
            </a:pPr>
            <a:r>
              <a:rPr b="1" lang="en-US" sz="1200" spc="-1" strike="noStrike">
                <a:solidFill>
                  <a:srgbClr val="38761d"/>
                </a:solidFill>
                <a:latin typeface="Arial"/>
                <a:ea typeface="Arial"/>
              </a:rPr>
              <a:t>bash hw4_1_2.sh $1 $2 $3 $4 $5</a:t>
            </a:r>
            <a:endParaRPr b="0" lang="en-US" sz="1200" spc="-1" strike="noStrike">
              <a:latin typeface="Arial"/>
            </a:endParaRPr>
          </a:p>
          <a:p>
            <a:pPr lvl="2" marL="1371600" indent="-304920">
              <a:lnSpc>
                <a:spcPct val="115000"/>
              </a:lnSpc>
              <a:buClr>
                <a:srgbClr val="695d46"/>
              </a:buClr>
              <a:buFont typeface="Open Sans"/>
              <a:buChar char="■"/>
            </a:pPr>
            <a:r>
              <a:rPr b="1" lang="en-US" sz="1200" spc="-1" strike="noStrike">
                <a:solidFill>
                  <a:srgbClr val="000000"/>
                </a:solidFill>
                <a:latin typeface="Arial"/>
                <a:ea typeface="Arial"/>
              </a:rPr>
              <a:t>$1:</a:t>
            </a:r>
            <a:r>
              <a:rPr b="0" lang="en-US" sz="1200" spc="-1" strike="noStrike">
                <a:solidFill>
                  <a:srgbClr val="000000"/>
                </a:solidFill>
                <a:latin typeface="Arial"/>
                <a:ea typeface="Arial"/>
              </a:rPr>
              <a:t> Path to the TXT file containing the index.</a:t>
            </a:r>
            <a:endParaRPr b="0" lang="en-US" sz="1200" spc="-1" strike="noStrike">
              <a:latin typeface="Arial"/>
            </a:endParaRPr>
          </a:p>
          <a:p>
            <a:pPr lvl="2" marL="1371600" indent="-304920">
              <a:lnSpc>
                <a:spcPct val="115000"/>
              </a:lnSpc>
              <a:spcBef>
                <a:spcPts val="1001"/>
              </a:spcBef>
              <a:buClr>
                <a:srgbClr val="695d46"/>
              </a:buClr>
              <a:buFont typeface="Open Sans"/>
              <a:buChar char="■"/>
            </a:pPr>
            <a:r>
              <a:rPr b="1" lang="en-US" sz="1200" spc="-1" strike="noStrike">
                <a:solidFill>
                  <a:srgbClr val="000000"/>
                </a:solidFill>
                <a:latin typeface="Arial"/>
                <a:ea typeface="Arial"/>
              </a:rPr>
              <a:t>$2:</a:t>
            </a:r>
            <a:r>
              <a:rPr b="0" lang="en-US" sz="1200" spc="-1" strike="noStrike">
                <a:solidFill>
                  <a:srgbClr val="000000"/>
                </a:solidFill>
                <a:latin typeface="Arial"/>
                <a:ea typeface="Arial"/>
              </a:rPr>
              <a:t> Path to the original image pair directory.</a:t>
            </a:r>
            <a:endParaRPr b="0" lang="en-US" sz="1200" spc="-1" strike="noStrike">
              <a:latin typeface="Arial"/>
            </a:endParaRPr>
          </a:p>
          <a:p>
            <a:pPr lvl="2" marL="1371600" indent="-304920">
              <a:lnSpc>
                <a:spcPct val="115000"/>
              </a:lnSpc>
              <a:spcBef>
                <a:spcPts val="1001"/>
              </a:spcBef>
              <a:buClr>
                <a:srgbClr val="695d46"/>
              </a:buClr>
              <a:buFont typeface="Open Sans"/>
              <a:buChar char="■"/>
            </a:pPr>
            <a:r>
              <a:rPr b="1" lang="en-US" sz="1200" spc="-1" strike="noStrike">
                <a:solidFill>
                  <a:srgbClr val="000000"/>
                </a:solidFill>
                <a:latin typeface="Arial"/>
                <a:ea typeface="Arial"/>
              </a:rPr>
              <a:t>$3:</a:t>
            </a:r>
            <a:r>
              <a:rPr b="0" lang="en-US" sz="1200" spc="-1" strike="noStrike">
                <a:solidFill>
                  <a:srgbClr val="000000"/>
                </a:solidFill>
                <a:latin typeface="Arial"/>
                <a:ea typeface="Arial"/>
              </a:rPr>
              <a:t> Path to the interpolated sequence directory.</a:t>
            </a:r>
            <a:endParaRPr b="0" lang="en-US" sz="1200" spc="-1" strike="noStrike">
              <a:latin typeface="Arial"/>
            </a:endParaRPr>
          </a:p>
          <a:p>
            <a:pPr lvl="2" marL="1371600" indent="-304920">
              <a:lnSpc>
                <a:spcPct val="115000"/>
              </a:lnSpc>
              <a:spcBef>
                <a:spcPts val="1001"/>
              </a:spcBef>
              <a:buClr>
                <a:srgbClr val="695d46"/>
              </a:buClr>
              <a:buFont typeface="Open Sans"/>
              <a:buChar char="■"/>
            </a:pPr>
            <a:r>
              <a:rPr b="1" lang="en-US" sz="1200" spc="-1" strike="noStrike">
                <a:solidFill>
                  <a:srgbClr val="000000"/>
                </a:solidFill>
                <a:latin typeface="Arial"/>
                <a:ea typeface="Arial"/>
              </a:rPr>
              <a:t>$4:</a:t>
            </a:r>
            <a:r>
              <a:rPr b="0" lang="en-US" sz="1200" spc="-1" strike="noStrike">
                <a:solidFill>
                  <a:srgbClr val="000000"/>
                </a:solidFill>
                <a:latin typeface="Arial"/>
                <a:ea typeface="Arial"/>
              </a:rPr>
              <a:t> Path to the model checkpoint.</a:t>
            </a:r>
            <a:endParaRPr b="0" lang="en-US" sz="1200" spc="-1" strike="noStrike">
              <a:latin typeface="Arial"/>
            </a:endParaRPr>
          </a:p>
          <a:p>
            <a:pPr lvl="2" marL="1371600" indent="-304920">
              <a:lnSpc>
                <a:spcPct val="115000"/>
              </a:lnSpc>
              <a:spcBef>
                <a:spcPts val="1001"/>
              </a:spcBef>
              <a:spcAft>
                <a:spcPts val="1001"/>
              </a:spcAft>
              <a:buClr>
                <a:srgbClr val="695d46"/>
              </a:buClr>
              <a:buFont typeface="Open Sans"/>
              <a:buChar char="■"/>
            </a:pPr>
            <a:r>
              <a:rPr b="1" lang="en-US" sz="1200" spc="-1" strike="noStrike">
                <a:solidFill>
                  <a:srgbClr val="000000"/>
                </a:solidFill>
                <a:latin typeface="Arial"/>
                <a:ea typeface="Arial"/>
              </a:rPr>
              <a:t>$5:</a:t>
            </a:r>
            <a:r>
              <a:rPr b="0" lang="en-US" sz="1200" spc="-1" strike="noStrike">
                <a:solidFill>
                  <a:srgbClr val="000000"/>
                </a:solidFill>
                <a:latin typeface="Arial"/>
                <a:ea typeface="Arial"/>
              </a:rPr>
              <a:t> Path for the output prediction file.</a:t>
            </a:r>
            <a:endParaRPr b="0" lang="en-US" sz="1200" spc="-1" strike="noStrike">
              <a:latin typeface="Arial"/>
            </a:endParaRPr>
          </a:p>
        </p:txBody>
      </p:sp>
      <p:sp>
        <p:nvSpPr>
          <p:cNvPr id="216" name="Google Shape;247;p36"/>
          <p:cNvSpPr/>
          <p:nvPr/>
        </p:nvSpPr>
        <p:spPr>
          <a:xfrm>
            <a:off x="4882320" y="1645920"/>
            <a:ext cx="2415960" cy="393120"/>
          </a:xfrm>
          <a:prstGeom prst="rect">
            <a:avLst/>
          </a:prstGeom>
          <a:noFill/>
          <a:ln w="0">
            <a:noFill/>
          </a:ln>
        </p:spPr>
        <p:style>
          <a:lnRef idx="0"/>
          <a:fillRef idx="0"/>
          <a:effectRef idx="0"/>
          <a:fontRef idx="minor"/>
        </p:style>
        <p:txBody>
          <a:bodyPr tIns="91440" bIns="91440" anchor="t">
            <a:noAutofit/>
          </a:bodyPr>
          <a:p>
            <a:pPr>
              <a:lnSpc>
                <a:spcPct val="100000"/>
              </a:lnSpc>
              <a:buNone/>
              <a:tabLst>
                <a:tab algn="l" pos="0"/>
              </a:tabLst>
            </a:pPr>
            <a:r>
              <a:rPr b="1" lang="en-US" sz="900" spc="-1" strike="noStrike">
                <a:solidFill>
                  <a:srgbClr val="ff0000"/>
                </a:solidFill>
                <a:latin typeface="Open Sans"/>
                <a:ea typeface="Open Sans"/>
              </a:rPr>
              <a:t>Inference on Interpolated Sequences</a:t>
            </a:r>
            <a:endParaRPr b="0" lang="en-US" sz="900" spc="-1" strike="noStrike">
              <a:latin typeface="Arial"/>
            </a:endParaRPr>
          </a:p>
          <a:p>
            <a:pPr>
              <a:lnSpc>
                <a:spcPct val="100000"/>
              </a:lnSpc>
              <a:buNone/>
              <a:tabLst>
                <a:tab algn="l" pos="0"/>
              </a:tabLst>
            </a:pPr>
            <a:endParaRPr b="0" lang="en-US" sz="900" spc="-1" strike="noStrike">
              <a:latin typeface="Arial"/>
            </a:endParaRPr>
          </a:p>
        </p:txBody>
      </p:sp>
      <p:sp>
        <p:nvSpPr>
          <p:cNvPr id="217" name="Google Shape;248;p36"/>
          <p:cNvSpPr/>
          <p:nvPr/>
        </p:nvSpPr>
        <p:spPr>
          <a:xfrm>
            <a:off x="829800" y="1645920"/>
            <a:ext cx="2415960" cy="393120"/>
          </a:xfrm>
          <a:prstGeom prst="rect">
            <a:avLst/>
          </a:prstGeom>
          <a:noFill/>
          <a:ln w="0">
            <a:noFill/>
          </a:ln>
        </p:spPr>
        <p:style>
          <a:lnRef idx="0"/>
          <a:fillRef idx="0"/>
          <a:effectRef idx="0"/>
          <a:fontRef idx="minor"/>
        </p:style>
        <p:txBody>
          <a:bodyPr tIns="91440" bIns="91440" anchor="t">
            <a:noAutofit/>
          </a:bodyPr>
          <a:p>
            <a:pPr>
              <a:lnSpc>
                <a:spcPct val="100000"/>
              </a:lnSpc>
              <a:buNone/>
              <a:tabLst>
                <a:tab algn="l" pos="0"/>
              </a:tabLst>
            </a:pPr>
            <a:r>
              <a:rPr b="1" lang="en-US" sz="900" spc="-1" strike="noStrike">
                <a:solidFill>
                  <a:srgbClr val="ff0000"/>
                </a:solidFill>
                <a:latin typeface="Open Sans"/>
                <a:ea typeface="Open Sans"/>
              </a:rPr>
              <a:t>Inference on Original Pairs</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Bash Script - Problem 2</a:t>
            </a:r>
            <a:endParaRPr b="0" lang="en-US" sz="3600" spc="-1" strike="noStrike">
              <a:solidFill>
                <a:srgbClr val="000000"/>
              </a:solidFill>
              <a:latin typeface="Arial"/>
            </a:endParaRPr>
          </a:p>
        </p:txBody>
      </p:sp>
      <p:sp>
        <p:nvSpPr>
          <p:cNvPr id="219"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TA will run your code as shown below</a:t>
            </a:r>
            <a:endParaRPr b="0" lang="en-US" sz="1800" spc="-1" strike="noStrike">
              <a:solidFill>
                <a:srgbClr val="000000"/>
              </a:solidFill>
              <a:latin typeface="Arial"/>
            </a:endParaRPr>
          </a:p>
          <a:p>
            <a:pPr lvl="1" marL="914400" indent="-317520">
              <a:lnSpc>
                <a:spcPct val="115000"/>
              </a:lnSpc>
              <a:buClr>
                <a:srgbClr val="695d46"/>
              </a:buClr>
              <a:buFont typeface="Open Sans"/>
              <a:buChar char="○"/>
            </a:pPr>
            <a:r>
              <a:rPr b="1" lang="en-US" sz="1400" spc="-1" strike="noStrike">
                <a:solidFill>
                  <a:srgbClr val="38761d"/>
                </a:solidFill>
                <a:latin typeface="Open Sans"/>
                <a:ea typeface="Open Sans"/>
              </a:rPr>
              <a:t>bash hw4_2.sh $1 $2</a:t>
            </a:r>
            <a:endParaRPr b="0" lang="en-US" sz="1400" spc="-1" strike="noStrike">
              <a:solidFill>
                <a:srgbClr val="000000"/>
              </a:solidFill>
              <a:latin typeface="Arial"/>
            </a:endParaRPr>
          </a:p>
          <a:p>
            <a:pPr lvl="2" marL="1371600" indent="-317520">
              <a:lnSpc>
                <a:spcPct val="115000"/>
              </a:lnSpc>
              <a:buClr>
                <a:srgbClr val="695d46"/>
              </a:buClr>
              <a:buFont typeface="Open Sans"/>
              <a:buChar char="■"/>
            </a:pPr>
            <a:r>
              <a:rPr b="0" lang="en-US" sz="1400" spc="-1" strike="noStrike">
                <a:solidFill>
                  <a:srgbClr val="695d46"/>
                </a:solidFill>
                <a:latin typeface="Open Sans"/>
                <a:ea typeface="Open Sans"/>
              </a:rPr>
              <a:t>$1: path to the </a:t>
            </a:r>
            <a:r>
              <a:rPr b="1" lang="en-US" sz="1400" spc="-1" strike="noStrike">
                <a:solidFill>
                  <a:srgbClr val="695d46"/>
                </a:solidFill>
                <a:latin typeface="Open Sans"/>
                <a:ea typeface="Open Sans"/>
              </a:rPr>
              <a:t>folder </a:t>
            </a:r>
            <a:r>
              <a:rPr b="0" lang="en-US" sz="1400" spc="-1" strike="noStrike">
                <a:solidFill>
                  <a:srgbClr val="695d46"/>
                </a:solidFill>
                <a:latin typeface="Open Sans"/>
                <a:ea typeface="Open Sans"/>
              </a:rPr>
              <a:t>containing test data and train data (e.g. hw4/p2_data/), will be exactly the same folder structure as the given dataset, with public test images/cameras changed to private images/cameras.</a:t>
            </a:r>
            <a:endParaRPr b="0" lang="en-US" sz="1400" spc="-1" strike="noStrike">
              <a:solidFill>
                <a:srgbClr val="000000"/>
              </a:solidFill>
              <a:latin typeface="Arial"/>
            </a:endParaRPr>
          </a:p>
          <a:p>
            <a:pPr lvl="2" marL="1371600" indent="-317520">
              <a:lnSpc>
                <a:spcPct val="115000"/>
              </a:lnSpc>
              <a:buClr>
                <a:srgbClr val="695d46"/>
              </a:buClr>
              <a:buFont typeface="Open Sans"/>
              <a:buChar char="■"/>
            </a:pPr>
            <a:r>
              <a:rPr b="0" lang="en-US" sz="1400" spc="-1" strike="noStrike">
                <a:solidFill>
                  <a:srgbClr val="695d46"/>
                </a:solidFill>
                <a:latin typeface="Open Sans"/>
                <a:ea typeface="Open Sans"/>
              </a:rPr>
              <a:t>$2: path to the output </a:t>
            </a:r>
            <a:r>
              <a:rPr b="1" lang="en-US" sz="1400" spc="-1" strike="noStrike">
                <a:solidFill>
                  <a:srgbClr val="695d46"/>
                </a:solidFill>
                <a:latin typeface="Open Sans"/>
                <a:ea typeface="Open Sans"/>
              </a:rPr>
              <a:t>png </a:t>
            </a:r>
            <a:r>
              <a:rPr b="0" lang="en-US" sz="1400" spc="-1" strike="noStrike">
                <a:solidFill>
                  <a:srgbClr val="695d46"/>
                </a:solidFill>
                <a:latin typeface="Open Sans"/>
                <a:ea typeface="Open Sans"/>
              </a:rPr>
              <a:t>files (e.g. hw4/output_p2/), </a:t>
            </a:r>
            <a:r>
              <a:rPr b="1" lang="en-US" sz="1400" spc="-1" strike="noStrike">
                <a:solidFill>
                  <a:srgbClr val="000000"/>
                </a:solidFill>
                <a:latin typeface="Open Sans"/>
                <a:ea typeface="Open Sans"/>
              </a:rPr>
              <a:t>you only have to render test images</a:t>
            </a:r>
            <a:endParaRPr b="0" lang="en-US" sz="1400" spc="-1" strike="noStrike">
              <a:solidFill>
                <a:srgbClr val="000000"/>
              </a:solidFill>
              <a:latin typeface="Arial"/>
            </a:endParaRPr>
          </a:p>
          <a:p>
            <a:pPr>
              <a:lnSpc>
                <a:spcPct val="115000"/>
              </a:lnSpc>
              <a:spcBef>
                <a:spcPts val="1001"/>
              </a:spcBef>
              <a:buNone/>
              <a:tabLst>
                <a:tab algn="l" pos="0"/>
              </a:tabLst>
            </a:pPr>
            <a:endParaRPr b="0" lang="en-US" sz="1800" spc="-1" strike="noStrike">
              <a:solidFill>
                <a:srgbClr val="000000"/>
              </a:solidFill>
              <a:latin typeface="Arial"/>
            </a:endParaRPr>
          </a:p>
          <a:p>
            <a:pPr marL="457200" indent="-343080">
              <a:lnSpc>
                <a:spcPct val="115000"/>
              </a:lnSpc>
              <a:spcBef>
                <a:spcPts val="1001"/>
              </a:spcBef>
              <a:buClr>
                <a:srgbClr val="695d46"/>
              </a:buClr>
              <a:buFont typeface="Open Sans"/>
              <a:buChar char="●"/>
              <a:tabLst>
                <a:tab algn="l" pos="0"/>
              </a:tabLst>
            </a:pPr>
            <a:r>
              <a:rPr b="0" lang="en-US" sz="1800" spc="-1" strike="noStrike">
                <a:solidFill>
                  <a:srgbClr val="695d46"/>
                </a:solidFill>
                <a:latin typeface="Open Sans"/>
                <a:ea typeface="Open Sans"/>
              </a:rPr>
              <a:t>Note that you should </a:t>
            </a:r>
            <a:r>
              <a:rPr b="1" lang="en-US" sz="1800" spc="-1" strike="noStrike">
                <a:solidFill>
                  <a:srgbClr val="ff0000"/>
                </a:solidFill>
                <a:latin typeface="Open Sans"/>
                <a:ea typeface="Open Sans"/>
              </a:rPr>
              <a:t>NOT </a:t>
            </a:r>
            <a:r>
              <a:rPr b="0" lang="en-US" sz="1800" spc="-1" strike="noStrike">
                <a:solidFill>
                  <a:srgbClr val="695d46"/>
                </a:solidFill>
                <a:latin typeface="Open Sans"/>
                <a:ea typeface="Open Sans"/>
              </a:rPr>
              <a:t>hard code any path in your file or script.</a:t>
            </a:r>
            <a:endParaRPr b="0" lang="en-US" sz="1800" spc="-1" strike="noStrike">
              <a:solidFill>
                <a:srgbClr val="000000"/>
              </a:solidFill>
              <a:latin typeface="Arial"/>
            </a:endParaRPr>
          </a:p>
          <a:p>
            <a:pPr marL="457200" indent="-343080">
              <a:lnSpc>
                <a:spcPct val="115000"/>
              </a:lnSpc>
              <a:spcBef>
                <a:spcPts val="1001"/>
              </a:spcBef>
              <a:spcAft>
                <a:spcPts val="1001"/>
              </a:spcAft>
              <a:buClr>
                <a:srgbClr val="695d46"/>
              </a:buClr>
              <a:buFont typeface="Open Sans"/>
              <a:buChar char="●"/>
              <a:tabLst>
                <a:tab algn="l" pos="0"/>
              </a:tabLst>
            </a:pPr>
            <a:r>
              <a:rPr b="0" lang="en-US" sz="1800" spc="-1" strike="noStrike">
                <a:solidFill>
                  <a:srgbClr val="695d46"/>
                </a:solidFill>
                <a:latin typeface="Open Sans"/>
                <a:ea typeface="Open Sans"/>
              </a:rPr>
              <a:t>Your testing code have to be finished in </a:t>
            </a:r>
            <a:r>
              <a:rPr b="1" lang="en-US" sz="1800" spc="-1" strike="noStrike">
                <a:solidFill>
                  <a:srgbClr val="ff0000"/>
                </a:solidFill>
                <a:latin typeface="Open Sans"/>
                <a:ea typeface="Open Sans"/>
              </a:rPr>
              <a:t>3 minutes</a:t>
            </a:r>
            <a:r>
              <a:rPr b="0" lang="en-US" sz="1800" spc="-1" strike="noStrike">
                <a:solidFill>
                  <a:srgbClr val="695d46"/>
                </a:solidFill>
                <a:latin typeface="Open Sans"/>
                <a:ea typeface="Open Sans"/>
              </a:rPr>
              <a:t>.</a:t>
            </a:r>
            <a:endParaRPr b="0" lang="en-US" sz="1800" spc="-1" strike="noStrike">
              <a:solidFill>
                <a:srgbClr val="000000"/>
              </a:solidFill>
              <a:latin typeface="Arial"/>
            </a:endParaRPr>
          </a:p>
        </p:txBody>
      </p:sp>
      <p:sp>
        <p:nvSpPr>
          <p:cNvPr id="220" name="PlaceHolder 3"/>
          <p:cNvSpPr>
            <a:spLocks noGrp="1"/>
          </p:cNvSpPr>
          <p:nvPr>
            <p:ph type="sldNum" idx="27"/>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2E996020-4982-4BDD-BC09-E7357293C631}" type="slidenum">
              <a:rPr b="0" lang="en-US" sz="1000" spc="-1" strike="noStrike">
                <a:solidFill>
                  <a:srgbClr val="695d46"/>
                </a:solidFill>
                <a:latin typeface="Open Sans"/>
                <a:ea typeface="Open Sans"/>
              </a:rPr>
              <a:t>25</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Rules – Bash Script</a:t>
            </a:r>
            <a:endParaRPr b="0" lang="en-US" sz="3600" spc="-1" strike="noStrike">
              <a:solidFill>
                <a:srgbClr val="000000"/>
              </a:solidFill>
              <a:latin typeface="Arial"/>
            </a:endParaRPr>
          </a:p>
        </p:txBody>
      </p:sp>
      <p:sp>
        <p:nvSpPr>
          <p:cNvPr id="222" name="PlaceHolder 2"/>
          <p:cNvSpPr>
            <a:spLocks noGrp="1"/>
          </p:cNvSpPr>
          <p:nvPr>
            <p:ph/>
          </p:nvPr>
        </p:nvSpPr>
        <p:spPr>
          <a:xfrm>
            <a:off x="311760" y="1266480"/>
            <a:ext cx="8520120" cy="3302280"/>
          </a:xfrm>
          <a:prstGeom prst="rect">
            <a:avLst/>
          </a:prstGeom>
          <a:noFill/>
          <a:ln w="0">
            <a:noFill/>
          </a:ln>
        </p:spPr>
        <p:txBody>
          <a:bodyPr tIns="91440" bIns="91440" anchor="t">
            <a:normAutofit fontScale="99000"/>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You must </a:t>
            </a:r>
            <a:r>
              <a:rPr b="1" lang="en-US" sz="1800" spc="-1" strike="noStrike">
                <a:solidFill>
                  <a:srgbClr val="ff0000"/>
                </a:solidFill>
                <a:latin typeface="Open Sans"/>
                <a:ea typeface="Open Sans"/>
              </a:rPr>
              <a:t>not </a:t>
            </a:r>
            <a:r>
              <a:rPr b="0" lang="en-US" sz="1800" spc="-1" strike="noStrike">
                <a:solidFill>
                  <a:srgbClr val="695d46"/>
                </a:solidFill>
                <a:latin typeface="Open Sans"/>
                <a:ea typeface="Open Sans"/>
              </a:rPr>
              <a:t>use commands such as </a:t>
            </a:r>
            <a:r>
              <a:rPr b="1" lang="en-US" sz="1800" spc="-1" strike="noStrike">
                <a:solidFill>
                  <a:srgbClr val="695d46"/>
                </a:solidFill>
                <a:latin typeface="Open Sans"/>
                <a:ea typeface="Open Sans"/>
              </a:rPr>
              <a:t>rm, sudo, CUDA_VISIBLE_DEVICES, cp, mv, mkdir, cd, pip</a:t>
            </a:r>
            <a:r>
              <a:rPr b="0" lang="en-US" sz="1800" spc="-1" strike="noStrike">
                <a:solidFill>
                  <a:srgbClr val="695d46"/>
                </a:solidFill>
                <a:latin typeface="Open Sans"/>
                <a:ea typeface="Open Sans"/>
              </a:rPr>
              <a:t> or other commands to change the environment.</a:t>
            </a:r>
            <a:endParaRPr b="0" lang="en-US" sz="18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In your submitted script, please use the command </a:t>
            </a:r>
            <a:r>
              <a:rPr b="1" lang="en-US" sz="1800" spc="-1" strike="noStrike">
                <a:solidFill>
                  <a:srgbClr val="695d46"/>
                </a:solidFill>
                <a:latin typeface="Open Sans"/>
                <a:ea typeface="Open Sans"/>
              </a:rPr>
              <a:t>python3 </a:t>
            </a:r>
            <a:r>
              <a:rPr b="0" lang="en-US" sz="1800" spc="-1" strike="noStrike">
                <a:solidFill>
                  <a:srgbClr val="695d46"/>
                </a:solidFill>
                <a:latin typeface="Open Sans"/>
                <a:ea typeface="Open Sans"/>
              </a:rPr>
              <a:t>to execute your testing python files.</a:t>
            </a:r>
            <a:endParaRPr b="0" lang="en-US" sz="1800" spc="-1" strike="noStrike">
              <a:solidFill>
                <a:srgbClr val="000000"/>
              </a:solidFill>
              <a:latin typeface="Arial"/>
            </a:endParaRPr>
          </a:p>
          <a:p>
            <a:pPr lvl="1" marL="914400" indent="-317520">
              <a:lnSpc>
                <a:spcPct val="115000"/>
              </a:lnSpc>
              <a:spcBef>
                <a:spcPts val="1001"/>
              </a:spcBef>
              <a:buClr>
                <a:srgbClr val="695d46"/>
              </a:buClr>
              <a:buFont typeface="Open Sans"/>
              <a:buChar char="○"/>
            </a:pPr>
            <a:r>
              <a:rPr b="0" lang="en-US" sz="1400" spc="-1" strike="noStrike">
                <a:solidFill>
                  <a:srgbClr val="695d46"/>
                </a:solidFill>
                <a:latin typeface="Open Sans"/>
                <a:ea typeface="Open Sans"/>
              </a:rPr>
              <a:t>For example: </a:t>
            </a:r>
            <a:r>
              <a:rPr b="1" lang="en-US" sz="1400" spc="-1" strike="noStrike">
                <a:solidFill>
                  <a:srgbClr val="38761d"/>
                </a:solidFill>
                <a:latin typeface="Open Sans"/>
                <a:ea typeface="Open Sans"/>
              </a:rPr>
              <a:t>python3 test.py $1 $2</a:t>
            </a:r>
            <a:endParaRPr b="0" lang="en-US" sz="1400" spc="-1" strike="noStrike">
              <a:solidFill>
                <a:srgbClr val="000000"/>
              </a:solidFill>
              <a:latin typeface="Arial"/>
            </a:endParaRPr>
          </a:p>
          <a:p>
            <a:pPr marL="457200" indent="-343080">
              <a:lnSpc>
                <a:spcPct val="115000"/>
              </a:lnSpc>
              <a:spcBef>
                <a:spcPts val="1001"/>
              </a:spcBef>
              <a:spcAft>
                <a:spcPts val="1001"/>
              </a:spcAft>
              <a:buClr>
                <a:srgbClr val="695d46"/>
              </a:buClr>
              <a:buFont typeface="Open Sans"/>
              <a:buChar char="●"/>
            </a:pPr>
            <a:r>
              <a:rPr b="0" lang="en-US" sz="1800" spc="-1" strike="noStrike">
                <a:solidFill>
                  <a:srgbClr val="695d46"/>
                </a:solidFill>
                <a:latin typeface="Open Sans"/>
                <a:ea typeface="Open Sans"/>
              </a:rPr>
              <a:t>We will execute you code on </a:t>
            </a:r>
            <a:r>
              <a:rPr b="1" lang="en-US" sz="1800" spc="-1" strike="noStrike">
                <a:solidFill>
                  <a:srgbClr val="695d46"/>
                </a:solidFill>
                <a:latin typeface="Open Sans"/>
                <a:ea typeface="Open Sans"/>
              </a:rPr>
              <a:t>Linux </a:t>
            </a:r>
            <a:r>
              <a:rPr b="0" lang="en-US" sz="1800" spc="-1" strike="noStrike">
                <a:solidFill>
                  <a:srgbClr val="695d46"/>
                </a:solidFill>
                <a:latin typeface="Open Sans"/>
                <a:ea typeface="Open Sans"/>
              </a:rPr>
              <a:t>system, so try to make sure you code can be executed on Linux system before submitting your homework.</a:t>
            </a:r>
            <a:endParaRPr b="0" lang="en-US" sz="1800" spc="-1" strike="noStrike">
              <a:solidFill>
                <a:srgbClr val="000000"/>
              </a:solidFill>
              <a:latin typeface="Arial"/>
            </a:endParaRPr>
          </a:p>
        </p:txBody>
      </p:sp>
      <p:sp>
        <p:nvSpPr>
          <p:cNvPr id="223" name="PlaceHolder 3"/>
          <p:cNvSpPr>
            <a:spLocks noGrp="1"/>
          </p:cNvSpPr>
          <p:nvPr>
            <p:ph type="sldNum" idx="28"/>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4AA76F17-460E-491E-8637-8527ABF94B20}" type="slidenum">
              <a:rPr b="0" lang="en-US" sz="1000" spc="-1" strike="noStrike">
                <a:solidFill>
                  <a:srgbClr val="695d46"/>
                </a:solidFill>
                <a:latin typeface="Open Sans"/>
                <a:ea typeface="Open Sans"/>
              </a:rPr>
              <a:t>26</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Rules – Download Checkpoints</a:t>
            </a:r>
            <a:endParaRPr b="0" lang="en-US" sz="3600" spc="-1" strike="noStrike">
              <a:solidFill>
                <a:srgbClr val="000000"/>
              </a:solidFill>
              <a:latin typeface="Arial"/>
            </a:endParaRPr>
          </a:p>
        </p:txBody>
      </p:sp>
      <p:sp>
        <p:nvSpPr>
          <p:cNvPr id="225"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If your checkpoints are larger than GitHub’s maximum capacity (50 MB), you could download them in hw3_download.sh</a:t>
            </a:r>
            <a:endParaRPr b="0" lang="en-US" sz="1800" spc="-1" strike="noStrike">
              <a:solidFill>
                <a:srgbClr val="000000"/>
              </a:solidFill>
              <a:latin typeface="Arial"/>
            </a:endParaRPr>
          </a:p>
          <a:p>
            <a:pPr lvl="1" marL="914400" indent="-317520">
              <a:lnSpc>
                <a:spcPct val="115000"/>
              </a:lnSpc>
              <a:spcBef>
                <a:spcPts val="1001"/>
              </a:spcBef>
              <a:buClr>
                <a:srgbClr val="695d46"/>
              </a:buClr>
              <a:buFont typeface="Open Sans"/>
              <a:buChar char="○"/>
            </a:pPr>
            <a:r>
              <a:rPr b="0" lang="en-US" sz="1400" spc="-1" strike="noStrike">
                <a:solidFill>
                  <a:srgbClr val="695d46"/>
                </a:solidFill>
                <a:latin typeface="Open Sans"/>
                <a:ea typeface="Open Sans"/>
              </a:rPr>
              <a:t>TAs will run `</a:t>
            </a:r>
            <a:r>
              <a:rPr b="1" lang="en-US" sz="1400" spc="-1" strike="noStrike">
                <a:solidFill>
                  <a:srgbClr val="38761d"/>
                </a:solidFill>
                <a:latin typeface="Open Sans"/>
                <a:ea typeface="Open Sans"/>
              </a:rPr>
              <a:t>bash hw4_download.sh</a:t>
            </a:r>
            <a:r>
              <a:rPr b="0" lang="en-US" sz="1400" spc="-1" strike="noStrike">
                <a:solidFill>
                  <a:srgbClr val="695d46"/>
                </a:solidFill>
                <a:latin typeface="Open Sans"/>
                <a:ea typeface="Open Sans"/>
              </a:rPr>
              <a:t>` prior to any inference if the download script exists, i.e. it is NOT necessary to create a blank `hw4_download.sh` file.</a:t>
            </a:r>
            <a:endParaRPr b="0" lang="en-US" sz="14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Do </a:t>
            </a:r>
            <a:r>
              <a:rPr b="1" lang="en-US" sz="1800" spc="-1" strike="noStrike">
                <a:solidFill>
                  <a:srgbClr val="ff0000"/>
                </a:solidFill>
                <a:latin typeface="Open Sans"/>
                <a:ea typeface="Open Sans"/>
              </a:rPr>
              <a:t>NOT </a:t>
            </a:r>
            <a:r>
              <a:rPr b="0" lang="en-US" sz="1800" spc="-1" strike="noStrike">
                <a:solidFill>
                  <a:srgbClr val="695d46"/>
                </a:solidFill>
                <a:latin typeface="Open Sans"/>
                <a:ea typeface="Open Sans"/>
              </a:rPr>
              <a:t>delete your model checkpoints before the TAs release your score and before you have ensured that your score is correct.</a:t>
            </a:r>
            <a:endParaRPr b="0" lang="en-US" sz="1800" spc="-1" strike="noStrike">
              <a:solidFill>
                <a:srgbClr val="000000"/>
              </a:solidFill>
              <a:latin typeface="Arial"/>
            </a:endParaRPr>
          </a:p>
          <a:p>
            <a:pPr marL="457200" indent="-343080">
              <a:lnSpc>
                <a:spcPct val="115000"/>
              </a:lnSpc>
              <a:spcBef>
                <a:spcPts val="1001"/>
              </a:spcBef>
              <a:spcAft>
                <a:spcPts val="1001"/>
              </a:spcAft>
              <a:buClr>
                <a:srgbClr val="695d46"/>
              </a:buClr>
              <a:buFont typeface="Open Sans"/>
              <a:buChar char="●"/>
            </a:pPr>
            <a:r>
              <a:rPr b="0" lang="en-US" sz="1800" spc="-1" strike="noStrike">
                <a:solidFill>
                  <a:srgbClr val="695d46"/>
                </a:solidFill>
                <a:latin typeface="Open Sans"/>
                <a:ea typeface="Open Sans"/>
              </a:rPr>
              <a:t>Your download script have to be finished in </a:t>
            </a:r>
            <a:r>
              <a:rPr b="1" lang="en-US" sz="1800" spc="-1" strike="noStrike">
                <a:solidFill>
                  <a:srgbClr val="ff0000"/>
                </a:solidFill>
                <a:latin typeface="Open Sans"/>
                <a:ea typeface="Open Sans"/>
              </a:rPr>
              <a:t>10 minutes</a:t>
            </a:r>
            <a:r>
              <a:rPr b="0" lang="en-US" sz="1800" spc="-1" strike="noStrike">
                <a:solidFill>
                  <a:srgbClr val="695d46"/>
                </a:solidFill>
                <a:latin typeface="Open Sans"/>
                <a:ea typeface="Open Sans"/>
              </a:rPr>
              <a:t>.</a:t>
            </a:r>
            <a:endParaRPr b="0" lang="en-US" sz="1800" spc="-1" strike="noStrike">
              <a:solidFill>
                <a:srgbClr val="000000"/>
              </a:solidFill>
              <a:latin typeface="Arial"/>
            </a:endParaRPr>
          </a:p>
        </p:txBody>
      </p:sp>
      <p:sp>
        <p:nvSpPr>
          <p:cNvPr id="226" name="PlaceHolder 3"/>
          <p:cNvSpPr>
            <a:spLocks noGrp="1"/>
          </p:cNvSpPr>
          <p:nvPr>
            <p:ph type="sldNum" idx="29"/>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5F2BE212-19A3-4441-9368-A49D8186AE8D}" type="slidenum">
              <a:rPr b="0" lang="en-US" sz="1000" spc="-1" strike="noStrike">
                <a:solidFill>
                  <a:srgbClr val="695d46"/>
                </a:solidFill>
                <a:latin typeface="Open Sans"/>
                <a:ea typeface="Open Sans"/>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81000"/>
          </a:bodyPr>
          <a:p>
            <a:pPr>
              <a:lnSpc>
                <a:spcPct val="100000"/>
              </a:lnSpc>
              <a:buNone/>
              <a:tabLst>
                <a:tab algn="l" pos="0"/>
              </a:tabLst>
            </a:pPr>
            <a:r>
              <a:rPr b="1" lang="en-US" sz="3600" spc="-1" strike="noStrike">
                <a:solidFill>
                  <a:srgbClr val="ef6c00"/>
                </a:solidFill>
                <a:latin typeface="PT Sans Narrow"/>
                <a:ea typeface="PT Sans Narrow"/>
              </a:rPr>
              <a:t>Rules – Download Checkpoints (cont’d)</a:t>
            </a:r>
            <a:endParaRPr b="0" lang="en-US" sz="3600" spc="-1" strike="noStrike">
              <a:solidFill>
                <a:srgbClr val="000000"/>
              </a:solidFill>
              <a:latin typeface="Arial"/>
            </a:endParaRPr>
          </a:p>
        </p:txBody>
      </p:sp>
      <p:sp>
        <p:nvSpPr>
          <p:cNvPr id="228" name="PlaceHolder 2"/>
          <p:cNvSpPr>
            <a:spLocks noGrp="1"/>
          </p:cNvSpPr>
          <p:nvPr>
            <p:ph/>
          </p:nvPr>
        </p:nvSpPr>
        <p:spPr>
          <a:xfrm>
            <a:off x="311760" y="1266480"/>
            <a:ext cx="8520120" cy="3790080"/>
          </a:xfrm>
          <a:prstGeom prst="rect">
            <a:avLst/>
          </a:prstGeom>
          <a:noFill/>
          <a:ln w="0">
            <a:noFill/>
          </a:ln>
        </p:spPr>
        <p:txBody>
          <a:bodyPr tIns="91440" bIns="91440" anchor="t">
            <a:normAutofit fontScale="97000"/>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Please use </a:t>
            </a:r>
            <a:r>
              <a:rPr b="1" lang="en-US" sz="1800" spc="-1" strike="noStrike">
                <a:solidFill>
                  <a:srgbClr val="695d46"/>
                </a:solidFill>
                <a:latin typeface="Open Sans"/>
                <a:ea typeface="Open Sans"/>
              </a:rPr>
              <a:t>wget </a:t>
            </a:r>
            <a:r>
              <a:rPr b="0" lang="en-US" sz="1800" spc="-1" strike="noStrike">
                <a:solidFill>
                  <a:srgbClr val="695d46"/>
                </a:solidFill>
                <a:latin typeface="Open Sans"/>
                <a:ea typeface="Open Sans"/>
              </a:rPr>
              <a:t>to download the model checkpoints from cloud drive (e.g. Dropbox) or your working station.</a:t>
            </a:r>
            <a:endParaRPr b="0" lang="en-US" sz="1800" spc="-1" strike="noStrike">
              <a:solidFill>
                <a:srgbClr val="000000"/>
              </a:solidFill>
              <a:latin typeface="Arial"/>
            </a:endParaRPr>
          </a:p>
          <a:p>
            <a:pPr lvl="1" marL="914400" indent="-317520">
              <a:lnSpc>
                <a:spcPct val="115000"/>
              </a:lnSpc>
              <a:buClr>
                <a:srgbClr val="695d46"/>
              </a:buClr>
              <a:buFont typeface="Open Sans"/>
              <a:buChar char="○"/>
            </a:pPr>
            <a:r>
              <a:rPr b="0" lang="en-US" sz="1400" spc="-1" strike="noStrike">
                <a:solidFill>
                  <a:srgbClr val="695d46"/>
                </a:solidFill>
                <a:latin typeface="Open Sans"/>
                <a:ea typeface="Open Sans"/>
              </a:rPr>
              <a:t>You should use </a:t>
            </a:r>
            <a:r>
              <a:rPr b="1" lang="en-US" sz="1400" spc="-1" strike="noStrike">
                <a:solidFill>
                  <a:srgbClr val="695d46"/>
                </a:solidFill>
                <a:latin typeface="Open Sans"/>
                <a:ea typeface="Open Sans"/>
              </a:rPr>
              <a:t>-O argument</a:t>
            </a:r>
            <a:r>
              <a:rPr b="0" lang="en-US" sz="1400" spc="-1" strike="noStrike">
                <a:solidFill>
                  <a:srgbClr val="695d46"/>
                </a:solidFill>
                <a:latin typeface="Open Sans"/>
                <a:ea typeface="Open Sans"/>
              </a:rPr>
              <a:t> to specify the filename of the downloaded checkpoint.</a:t>
            </a:r>
            <a:endParaRPr b="0" lang="en-US" sz="14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Please refer to this </a:t>
            </a:r>
            <a:r>
              <a:rPr b="0" lang="en-US" sz="1800" spc="-1" strike="noStrike" u="sng">
                <a:solidFill>
                  <a:srgbClr val="009668"/>
                </a:solidFill>
                <a:uFillTx/>
                <a:latin typeface="Open Sans"/>
                <a:ea typeface="Open Sans"/>
                <a:hlinkClick r:id="rId1"/>
              </a:rPr>
              <a:t>Dropbox Guide</a:t>
            </a:r>
            <a:r>
              <a:rPr b="0" lang="en-US" sz="1800" spc="-1" strike="noStrike">
                <a:solidFill>
                  <a:srgbClr val="695d46"/>
                </a:solidFill>
                <a:latin typeface="Open Sans"/>
                <a:ea typeface="Open Sans"/>
              </a:rPr>
              <a:t> for a detailed tutorial.</a:t>
            </a:r>
            <a:endParaRPr b="0" lang="en-US" sz="18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Google Drive is a widely used cloud drive, so it is allowed to use gdown to download your checkpoints from your drive.</a:t>
            </a:r>
            <a:endParaRPr b="0" lang="en-US" sz="1800" spc="-1" strike="noStrike">
              <a:solidFill>
                <a:srgbClr val="000000"/>
              </a:solidFill>
              <a:latin typeface="Arial"/>
            </a:endParaRPr>
          </a:p>
          <a:p>
            <a:pPr lvl="1" marL="914400" indent="-317520">
              <a:lnSpc>
                <a:spcPct val="115000"/>
              </a:lnSpc>
              <a:buClr>
                <a:srgbClr val="695d46"/>
              </a:buClr>
              <a:buFont typeface="Open Sans"/>
              <a:buChar char="○"/>
            </a:pPr>
            <a:r>
              <a:rPr b="0" lang="en-US" sz="1400" spc="-1" strike="noStrike">
                <a:solidFill>
                  <a:srgbClr val="695d46"/>
                </a:solidFill>
                <a:latin typeface="Open Sans"/>
                <a:ea typeface="Open Sans"/>
              </a:rPr>
              <a:t>It is also recommended to use </a:t>
            </a:r>
            <a:r>
              <a:rPr b="1" lang="en-US" sz="1400" spc="-1" strike="noStrike">
                <a:solidFill>
                  <a:srgbClr val="695d46"/>
                </a:solidFill>
                <a:latin typeface="Open Sans"/>
                <a:ea typeface="Open Sans"/>
              </a:rPr>
              <a:t>-O argument</a:t>
            </a:r>
            <a:r>
              <a:rPr b="0" lang="en-US" sz="1400" spc="-1" strike="noStrike">
                <a:solidFill>
                  <a:srgbClr val="695d46"/>
                </a:solidFill>
                <a:latin typeface="Open Sans"/>
                <a:ea typeface="Open Sans"/>
              </a:rPr>
              <a:t> to specify the filename.</a:t>
            </a:r>
            <a:endParaRPr b="0" lang="en-US" sz="1400" spc="-1" strike="noStrike">
              <a:solidFill>
                <a:srgbClr val="000000"/>
              </a:solidFill>
              <a:latin typeface="Arial"/>
            </a:endParaRPr>
          </a:p>
          <a:p>
            <a:pPr lvl="1" marL="914400" indent="-317520">
              <a:lnSpc>
                <a:spcPct val="115000"/>
              </a:lnSpc>
              <a:spcBef>
                <a:spcPts val="1001"/>
              </a:spcBef>
              <a:buClr>
                <a:srgbClr val="695d46"/>
              </a:buClr>
              <a:buFont typeface="Open Sans"/>
              <a:buChar char="○"/>
            </a:pPr>
            <a:r>
              <a:rPr b="0" lang="en-US" sz="1400" spc="-1" strike="noStrike">
                <a:solidFill>
                  <a:srgbClr val="695d46"/>
                </a:solidFill>
                <a:latin typeface="Open Sans"/>
                <a:ea typeface="Open Sans"/>
              </a:rPr>
              <a:t>Remember to </a:t>
            </a:r>
            <a:r>
              <a:rPr b="1" lang="en-US" sz="1400" spc="-1" strike="noStrike">
                <a:solidFill>
                  <a:srgbClr val="695d46"/>
                </a:solidFill>
                <a:latin typeface="Open Sans"/>
                <a:ea typeface="Open Sans"/>
              </a:rPr>
              <a:t>set the permission visible to public</a:t>
            </a:r>
            <a:r>
              <a:rPr b="0" lang="en-US" sz="1400" spc="-1" strike="noStrike">
                <a:solidFill>
                  <a:srgbClr val="695d46"/>
                </a:solidFill>
                <a:latin typeface="Open Sans"/>
                <a:ea typeface="Open Sans"/>
              </a:rPr>
              <a:t>, otherwise TAs are unable to grade your submission, resulting in zero point.</a:t>
            </a:r>
            <a:endParaRPr b="0" lang="en-US" sz="1400" spc="-1" strike="noStrike">
              <a:solidFill>
                <a:srgbClr val="000000"/>
              </a:solidFill>
              <a:latin typeface="Arial"/>
            </a:endParaRPr>
          </a:p>
          <a:p>
            <a:pPr lvl="1" marL="914400" indent="-317520">
              <a:lnSpc>
                <a:spcPct val="115000"/>
              </a:lnSpc>
              <a:spcBef>
                <a:spcPts val="1001"/>
              </a:spcBef>
              <a:spcAft>
                <a:spcPts val="1001"/>
              </a:spcAft>
              <a:buClr>
                <a:srgbClr val="695d46"/>
              </a:buClr>
              <a:buFont typeface="Open Sans"/>
              <a:buChar char="○"/>
            </a:pPr>
            <a:r>
              <a:rPr b="0" lang="en-US" sz="1400" spc="-1" strike="noStrike">
                <a:solidFill>
                  <a:srgbClr val="695d46"/>
                </a:solidFill>
                <a:latin typeface="Open Sans"/>
                <a:ea typeface="Open Sans"/>
              </a:rPr>
              <a:t>If you have set the permission correspondingly but failed to download with gdown because of Google’s policy, TAs will manually download them, no worries!!</a:t>
            </a:r>
            <a:endParaRPr b="0" lang="en-US" sz="1400" spc="-1" strike="noStrike">
              <a:solidFill>
                <a:srgbClr val="000000"/>
              </a:solidFill>
              <a:latin typeface="Arial"/>
            </a:endParaRPr>
          </a:p>
        </p:txBody>
      </p:sp>
      <p:sp>
        <p:nvSpPr>
          <p:cNvPr id="229" name="PlaceHolder 3"/>
          <p:cNvSpPr>
            <a:spLocks noGrp="1"/>
          </p:cNvSpPr>
          <p:nvPr>
            <p:ph type="sldNum" idx="30"/>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7A86AE57-3632-4EB3-90CB-7D7DA38179A8}" type="slidenum">
              <a:rPr b="0" lang="en-US" sz="1000" spc="-1" strike="noStrike">
                <a:solidFill>
                  <a:srgbClr val="695d46"/>
                </a:solidFill>
                <a:latin typeface="Open Sans"/>
                <a:ea typeface="Open Sans"/>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Rules – Environment</a:t>
            </a:r>
            <a:endParaRPr b="0" lang="en-US" sz="3600" spc="-1" strike="noStrike">
              <a:solidFill>
                <a:srgbClr val="000000"/>
              </a:solidFill>
              <a:latin typeface="Arial"/>
            </a:endParaRPr>
          </a:p>
        </p:txBody>
      </p:sp>
      <p:sp>
        <p:nvSpPr>
          <p:cNvPr id="231"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Ubuntu 22.04.4 LTS</a:t>
            </a:r>
            <a:endParaRPr b="0" lang="en-US" sz="18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NVIDIA RTX A4500(20 GB)</a:t>
            </a:r>
            <a:endParaRPr b="0" lang="en-US" sz="1800" spc="-1" strike="noStrike">
              <a:solidFill>
                <a:srgbClr val="000000"/>
              </a:solidFill>
              <a:latin typeface="Arial"/>
            </a:endParaRPr>
          </a:p>
          <a:p>
            <a:pPr marL="457200" indent="-343080">
              <a:lnSpc>
                <a:spcPct val="115000"/>
              </a:lnSpc>
              <a:spcBef>
                <a:spcPts val="1001"/>
              </a:spcBef>
              <a:spcAft>
                <a:spcPts val="1001"/>
              </a:spcAft>
              <a:buClr>
                <a:srgbClr val="695d46"/>
              </a:buClr>
              <a:buFont typeface="Open Sans"/>
              <a:buChar char="●"/>
            </a:pPr>
            <a:r>
              <a:rPr b="0" lang="en-US" sz="1800" spc="-1" strike="noStrike">
                <a:solidFill>
                  <a:srgbClr val="695d46"/>
                </a:solidFill>
                <a:latin typeface="Open Sans"/>
                <a:ea typeface="Open Sans"/>
              </a:rPr>
              <a:t>GNU bash, version 5.1.16(1)-release</a:t>
            </a:r>
            <a:endParaRPr b="0" lang="en-US" sz="1800" spc="-1" strike="noStrike">
              <a:solidFill>
                <a:srgbClr val="000000"/>
              </a:solidFill>
              <a:latin typeface="Arial"/>
            </a:endParaRPr>
          </a:p>
        </p:txBody>
      </p:sp>
      <p:sp>
        <p:nvSpPr>
          <p:cNvPr id="232" name="PlaceHolder 3"/>
          <p:cNvSpPr>
            <a:spLocks noGrp="1"/>
          </p:cNvSpPr>
          <p:nvPr>
            <p:ph type="sldNum" idx="31"/>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2E4652DC-AF7B-4E99-9BE2-211DCD43C9D9}" type="slidenum">
              <a:rPr b="0" lang="en-US" sz="1000" spc="-1" strike="noStrike">
                <a:solidFill>
                  <a:srgbClr val="695d46"/>
                </a:solidFill>
                <a:latin typeface="Open Sans"/>
                <a:ea typeface="Open Sans"/>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Rules – Environment (cont’d)</a:t>
            </a:r>
            <a:endParaRPr b="0" lang="en-US" sz="3600" spc="-1" strike="noStrike">
              <a:solidFill>
                <a:srgbClr val="000000"/>
              </a:solidFill>
              <a:latin typeface="Arial"/>
            </a:endParaRPr>
          </a:p>
        </p:txBody>
      </p:sp>
      <p:sp>
        <p:nvSpPr>
          <p:cNvPr id="234" name="PlaceHolder 2"/>
          <p:cNvSpPr>
            <a:spLocks noGrp="1"/>
          </p:cNvSpPr>
          <p:nvPr>
            <p:ph/>
          </p:nvPr>
        </p:nvSpPr>
        <p:spPr>
          <a:xfrm>
            <a:off x="311760" y="1266480"/>
            <a:ext cx="8520120" cy="379008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Ensure your code can be executed successfully on Linux system before your submission.</a:t>
            </a:r>
            <a:endParaRPr b="0" lang="en-US" sz="18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Use only Python3 and Bash script conforming to our environment, do not use other languages and other shell during inference.</a:t>
            </a:r>
            <a:endParaRPr b="0" lang="en-US" sz="18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You must </a:t>
            </a:r>
            <a:r>
              <a:rPr b="1" lang="en-US" sz="1800" spc="-1" strike="noStrike">
                <a:solidFill>
                  <a:srgbClr val="ff0000"/>
                </a:solidFill>
                <a:latin typeface="Open Sans"/>
                <a:ea typeface="Open Sans"/>
              </a:rPr>
              <a:t>NOT </a:t>
            </a:r>
            <a:r>
              <a:rPr b="0" lang="en-US" sz="1800" spc="-1" strike="noStrike">
                <a:solidFill>
                  <a:srgbClr val="695d46"/>
                </a:solidFill>
                <a:latin typeface="Open Sans"/>
                <a:ea typeface="Open Sans"/>
              </a:rPr>
              <a:t>use commands such as </a:t>
            </a:r>
            <a:r>
              <a:rPr b="1" lang="en-US" sz="1800" spc="-1" strike="noStrike">
                <a:solidFill>
                  <a:srgbClr val="695d46"/>
                </a:solidFill>
                <a:latin typeface="Open Sans"/>
                <a:ea typeface="Open Sans"/>
              </a:rPr>
              <a:t>sudo, CUDA_VISIBLE_DEVICES</a:t>
            </a:r>
            <a:r>
              <a:rPr b="0" lang="en-US" sz="1800" spc="-1" strike="noStrike">
                <a:solidFill>
                  <a:srgbClr val="695d46"/>
                </a:solidFill>
                <a:latin typeface="Open Sans"/>
                <a:ea typeface="Open Sans"/>
              </a:rPr>
              <a:t> to interfere with the environment; </a:t>
            </a:r>
            <a:r>
              <a:rPr b="1" lang="en-US" sz="1800" spc="-1" strike="noStrike">
                <a:solidFill>
                  <a:srgbClr val="ff0000"/>
                </a:solidFill>
                <a:latin typeface="Open Sans"/>
                <a:ea typeface="Open Sans"/>
              </a:rPr>
              <a:t>any malicious attempt against the environment will lead to zero point in this assignment.</a:t>
            </a:r>
            <a:endParaRPr b="0" lang="en-US" sz="1800" spc="-1" strike="noStrike">
              <a:solidFill>
                <a:srgbClr val="000000"/>
              </a:solidFill>
              <a:latin typeface="Arial"/>
            </a:endParaRPr>
          </a:p>
          <a:p>
            <a:pPr marL="457200" indent="-343080">
              <a:lnSpc>
                <a:spcPct val="115000"/>
              </a:lnSpc>
              <a:spcBef>
                <a:spcPts val="1001"/>
              </a:spcBef>
              <a:spcAft>
                <a:spcPts val="1001"/>
              </a:spcAft>
              <a:buClr>
                <a:srgbClr val="695d46"/>
              </a:buClr>
              <a:buFont typeface="Open Sans"/>
              <a:buChar char="●"/>
            </a:pPr>
            <a:r>
              <a:rPr b="0" lang="en-US" sz="1800" spc="-1" strike="noStrike">
                <a:solidFill>
                  <a:srgbClr val="695d46"/>
                </a:solidFill>
                <a:latin typeface="Open Sans"/>
                <a:ea typeface="Open Sans"/>
              </a:rPr>
              <a:t>You shall </a:t>
            </a:r>
            <a:r>
              <a:rPr b="1" lang="en-US" sz="1800" spc="-1" strike="noStrike">
                <a:solidFill>
                  <a:srgbClr val="ff0000"/>
                </a:solidFill>
                <a:latin typeface="Open Sans"/>
                <a:ea typeface="Open Sans"/>
              </a:rPr>
              <a:t>NOT </a:t>
            </a:r>
            <a:r>
              <a:rPr b="0" lang="en-US" sz="1800" spc="-1" strike="noStrike">
                <a:solidFill>
                  <a:srgbClr val="695d46"/>
                </a:solidFill>
                <a:latin typeface="Open Sans"/>
                <a:ea typeface="Open Sans"/>
              </a:rPr>
              <a:t>hardcode any path in your python files or scripts, while the dataset given would be the absolute path to the directory.</a:t>
            </a:r>
            <a:endParaRPr b="0" lang="en-US" sz="1800" spc="-1" strike="noStrike">
              <a:solidFill>
                <a:srgbClr val="000000"/>
              </a:solidFill>
              <a:latin typeface="Arial"/>
            </a:endParaRPr>
          </a:p>
        </p:txBody>
      </p:sp>
      <p:sp>
        <p:nvSpPr>
          <p:cNvPr id="235" name="PlaceHolder 3"/>
          <p:cNvSpPr>
            <a:spLocks noGrp="1"/>
          </p:cNvSpPr>
          <p:nvPr>
            <p:ph type="sldNum" idx="32"/>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311CA945-215F-4DD7-8723-416C29214DBF}" type="slidenum">
              <a:rPr b="0" lang="en-US" sz="1000" spc="-1" strike="noStrike">
                <a:solidFill>
                  <a:srgbClr val="695d46"/>
                </a:solidFill>
                <a:latin typeface="Open Sans"/>
                <a:ea typeface="Open Sans"/>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Packages (problem1)</a:t>
            </a:r>
            <a:endParaRPr b="0" lang="en-US" sz="3600" spc="-1" strike="noStrike">
              <a:solidFill>
                <a:srgbClr val="000000"/>
              </a:solidFill>
              <a:latin typeface="Arial"/>
            </a:endParaRPr>
          </a:p>
        </p:txBody>
      </p:sp>
      <p:sp>
        <p:nvSpPr>
          <p:cNvPr id="237"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marL="457200" indent="-317520">
              <a:lnSpc>
                <a:spcPct val="120000"/>
              </a:lnSpc>
              <a:spcBef>
                <a:spcPts val="799"/>
              </a:spcBef>
              <a:buClr>
                <a:srgbClr val="000000"/>
              </a:buClr>
              <a:buFont typeface="Calibri"/>
              <a:buChar char="●"/>
            </a:pPr>
            <a:r>
              <a:rPr b="0" lang="en-US" sz="1400" spc="-1" strike="noStrike">
                <a:solidFill>
                  <a:srgbClr val="000000"/>
                </a:solidFill>
                <a:latin typeface="Calibri"/>
                <a:ea typeface="Calibri"/>
              </a:rPr>
              <a:t>check </a:t>
            </a:r>
            <a:r>
              <a:rPr b="0" lang="en-US" sz="1500" spc="-1" strike="noStrike" u="sng">
                <a:solidFill>
                  <a:srgbClr val="009668"/>
                </a:solidFill>
                <a:uFillTx/>
                <a:latin typeface="Calibri"/>
                <a:ea typeface="Calibri"/>
                <a:hlinkClick r:id="rId1"/>
              </a:rPr>
              <a:t>DUSt3R</a:t>
            </a:r>
            <a:r>
              <a:rPr b="0" lang="en-US" sz="1400" spc="-1" strike="noStrike">
                <a:solidFill>
                  <a:srgbClr val="000000"/>
                </a:solidFill>
                <a:latin typeface="Calibri"/>
                <a:ea typeface="Calibri"/>
              </a:rPr>
              <a:t> for packages and versions</a:t>
            </a:r>
            <a:endParaRPr b="0" lang="en-US" sz="1400" spc="-1" strike="noStrike">
              <a:solidFill>
                <a:srgbClr val="000000"/>
              </a:solidFill>
              <a:latin typeface="Arial"/>
            </a:endParaRPr>
          </a:p>
          <a:p>
            <a:pPr marL="457200" indent="-317520">
              <a:lnSpc>
                <a:spcPct val="120000"/>
              </a:lnSpc>
              <a:spcBef>
                <a:spcPts val="799"/>
              </a:spcBef>
              <a:buClr>
                <a:srgbClr val="000000"/>
              </a:buClr>
              <a:buFont typeface="Calibri"/>
              <a:buChar char="●"/>
            </a:pPr>
            <a:r>
              <a:rPr b="0" lang="en-US" sz="1400" spc="-1" strike="noStrike">
                <a:solidFill>
                  <a:srgbClr val="000000"/>
                </a:solidFill>
                <a:latin typeface="Calibri"/>
                <a:ea typeface="Calibri"/>
              </a:rPr>
              <a:t>Others if you need (e.g., tqdm, gdown, glob, yaml, etc.)</a:t>
            </a:r>
            <a:endParaRPr b="0" lang="en-US" sz="1400" spc="-1" strike="noStrike">
              <a:solidFill>
                <a:srgbClr val="000000"/>
              </a:solidFill>
              <a:latin typeface="Arial"/>
            </a:endParaRPr>
          </a:p>
          <a:p>
            <a:pPr marL="457200" indent="-317520">
              <a:lnSpc>
                <a:spcPct val="120000"/>
              </a:lnSpc>
              <a:spcBef>
                <a:spcPts val="799"/>
              </a:spcBef>
              <a:buClr>
                <a:srgbClr val="000000"/>
              </a:buClr>
              <a:buFont typeface="Calibri"/>
              <a:buChar char="●"/>
            </a:pPr>
            <a:r>
              <a:rPr b="0" lang="en-US" sz="1400" spc="-1" strike="noStrike">
                <a:solidFill>
                  <a:srgbClr val="000000"/>
                </a:solidFill>
                <a:latin typeface="Calibri"/>
                <a:ea typeface="Calibri"/>
              </a:rPr>
              <a:t>Any dependencies of above packages, and other standard python packages</a:t>
            </a:r>
            <a:endParaRPr b="0" lang="en-US" sz="1400" spc="-1" strike="noStrike">
              <a:solidFill>
                <a:srgbClr val="000000"/>
              </a:solidFill>
              <a:latin typeface="Arial"/>
            </a:endParaRPr>
          </a:p>
          <a:p>
            <a:pPr>
              <a:lnSpc>
                <a:spcPct val="120000"/>
              </a:lnSpc>
              <a:spcBef>
                <a:spcPts val="799"/>
              </a:spcBef>
              <a:buNone/>
              <a:tabLst>
                <a:tab algn="l" pos="0"/>
              </a:tabLst>
            </a:pPr>
            <a:endParaRPr b="0" lang="en-US" sz="1400" spc="-1" strike="noStrike">
              <a:solidFill>
                <a:srgbClr val="000000"/>
              </a:solidFill>
              <a:latin typeface="Arial"/>
            </a:endParaRPr>
          </a:p>
          <a:p>
            <a:pPr>
              <a:lnSpc>
                <a:spcPct val="115000"/>
              </a:lnSpc>
              <a:spcAft>
                <a:spcPts val="1199"/>
              </a:spcAft>
              <a:buNone/>
              <a:tabLst>
                <a:tab algn="l" pos="0"/>
              </a:tabLst>
            </a:pPr>
            <a:endParaRPr b="0" lang="en-US" sz="1800" spc="-1" strike="noStrike">
              <a:solidFill>
                <a:srgbClr val="000000"/>
              </a:solidFill>
              <a:latin typeface="Arial"/>
            </a:endParaRPr>
          </a:p>
        </p:txBody>
      </p:sp>
      <p:sp>
        <p:nvSpPr>
          <p:cNvPr id="238" name="PlaceHolder 3"/>
          <p:cNvSpPr>
            <a:spLocks noGrp="1"/>
          </p:cNvSpPr>
          <p:nvPr>
            <p:ph type="sldNum" idx="33"/>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BBBD72DD-3DC5-4A52-B87B-C6580B8107A3}" type="slidenum">
              <a:rPr b="0" lang="en-US" sz="1000" spc="-1" strike="noStrike">
                <a:solidFill>
                  <a:srgbClr val="695d46"/>
                </a:solidFill>
                <a:latin typeface="Open Sans"/>
                <a:ea typeface="Open Sans"/>
              </a:rPr>
              <a:t>&lt;number&gt;</a:t>
            </a:fld>
            <a:endParaRPr b="0" lang="en-US" sz="1000" spc="-1" strike="noStrike">
              <a:latin typeface="Times New Roman"/>
            </a:endParaRPr>
          </a:p>
        </p:txBody>
      </p:sp>
      <p:sp>
        <p:nvSpPr>
          <p:cNvPr id="239" name="Google Shape;298;p43"/>
          <p:cNvSpPr/>
          <p:nvPr/>
        </p:nvSpPr>
        <p:spPr>
          <a:xfrm>
            <a:off x="0" y="4656960"/>
            <a:ext cx="5577840" cy="620280"/>
          </a:xfrm>
          <a:prstGeom prst="rect">
            <a:avLst/>
          </a:prstGeom>
          <a:noFill/>
          <a:ln w="0">
            <a:noFill/>
          </a:ln>
        </p:spPr>
        <p:style>
          <a:lnRef idx="0"/>
          <a:fillRef idx="0"/>
          <a:effectRef idx="0"/>
          <a:fontRef idx="minor"/>
        </p:style>
        <p:txBody>
          <a:bodyPr tIns="91440" bIns="91440" anchor="t">
            <a:spAutoFit/>
          </a:bodyPr>
          <a:p>
            <a:pPr>
              <a:lnSpc>
                <a:spcPct val="90000"/>
              </a:lnSpc>
              <a:spcBef>
                <a:spcPts val="1001"/>
              </a:spcBef>
              <a:buNone/>
              <a:tabLst>
                <a:tab algn="l" pos="0"/>
              </a:tabLst>
            </a:pPr>
            <a:r>
              <a:rPr b="1" lang="en-US" sz="1600" spc="-1" strike="noStrike">
                <a:solidFill>
                  <a:srgbClr val="695d46"/>
                </a:solidFill>
                <a:latin typeface="Calibri"/>
                <a:ea typeface="Calibri"/>
              </a:rPr>
              <a:t>* E-mail or ask TAs first if you want to import other packages. </a:t>
            </a:r>
            <a:endParaRPr b="0" lang="en-US" sz="1600" spc="-1" strike="noStrike">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Packages (problem2)</a:t>
            </a:r>
            <a:endParaRPr b="0" lang="en-US" sz="3600" spc="-1" strike="noStrike">
              <a:solidFill>
                <a:srgbClr val="000000"/>
              </a:solidFill>
              <a:latin typeface="Arial"/>
            </a:endParaRPr>
          </a:p>
        </p:txBody>
      </p:sp>
      <p:sp>
        <p:nvSpPr>
          <p:cNvPr id="241"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marL="457200" indent="-317520">
              <a:lnSpc>
                <a:spcPct val="120000"/>
              </a:lnSpc>
              <a:spcBef>
                <a:spcPts val="799"/>
              </a:spcBef>
              <a:buClr>
                <a:srgbClr val="000000"/>
              </a:buClr>
              <a:buFont typeface="Calibri"/>
              <a:buChar char="●"/>
            </a:pPr>
            <a:r>
              <a:rPr b="0" lang="en-US" sz="1400" spc="-1" strike="noStrike">
                <a:solidFill>
                  <a:srgbClr val="000000"/>
                </a:solidFill>
                <a:latin typeface="Calibri"/>
                <a:ea typeface="Calibri"/>
              </a:rPr>
              <a:t>check </a:t>
            </a:r>
            <a:r>
              <a:rPr b="0" lang="en-US" sz="1400" spc="-1" strike="noStrike" u="sng">
                <a:solidFill>
                  <a:srgbClr val="009668"/>
                </a:solidFill>
                <a:uFillTx/>
                <a:latin typeface="Calibri"/>
                <a:ea typeface="Calibri"/>
                <a:hlinkClick r:id="rId1"/>
              </a:rPr>
              <a:t>InstantSplat</a:t>
            </a:r>
            <a:r>
              <a:rPr b="0" lang="en-US" sz="1400" spc="-1" strike="noStrike">
                <a:solidFill>
                  <a:srgbClr val="000000"/>
                </a:solidFill>
                <a:latin typeface="Calibri"/>
                <a:ea typeface="Calibri"/>
              </a:rPr>
              <a:t> for packages and versions</a:t>
            </a:r>
            <a:endParaRPr b="0" lang="en-US" sz="1400" spc="-1" strike="noStrike">
              <a:solidFill>
                <a:srgbClr val="000000"/>
              </a:solidFill>
              <a:latin typeface="Arial"/>
            </a:endParaRPr>
          </a:p>
          <a:p>
            <a:pPr marL="457200" indent="-317520">
              <a:lnSpc>
                <a:spcPct val="120000"/>
              </a:lnSpc>
              <a:spcBef>
                <a:spcPts val="799"/>
              </a:spcBef>
              <a:buClr>
                <a:srgbClr val="000000"/>
              </a:buClr>
              <a:buFont typeface="Calibri"/>
              <a:buChar char="●"/>
            </a:pPr>
            <a:r>
              <a:rPr b="0" lang="en-US" sz="1400" spc="-1" strike="noStrike">
                <a:solidFill>
                  <a:srgbClr val="000000"/>
                </a:solidFill>
                <a:latin typeface="Calibri"/>
                <a:ea typeface="Calibri"/>
              </a:rPr>
              <a:t>Others if you need (e.g., tqdm, gdown, glob, yaml, etc.)</a:t>
            </a:r>
            <a:endParaRPr b="0" lang="en-US" sz="1400" spc="-1" strike="noStrike">
              <a:solidFill>
                <a:srgbClr val="000000"/>
              </a:solidFill>
              <a:latin typeface="Arial"/>
            </a:endParaRPr>
          </a:p>
          <a:p>
            <a:pPr marL="457200" indent="-317520">
              <a:lnSpc>
                <a:spcPct val="120000"/>
              </a:lnSpc>
              <a:spcBef>
                <a:spcPts val="799"/>
              </a:spcBef>
              <a:buClr>
                <a:srgbClr val="000000"/>
              </a:buClr>
              <a:buFont typeface="Calibri"/>
              <a:buChar char="●"/>
            </a:pPr>
            <a:r>
              <a:rPr b="0" lang="en-US" sz="1400" spc="-1" strike="noStrike">
                <a:solidFill>
                  <a:srgbClr val="000000"/>
                </a:solidFill>
                <a:latin typeface="Calibri"/>
                <a:ea typeface="Calibri"/>
              </a:rPr>
              <a:t>Any dependencies of above packages, and other standard python packages</a:t>
            </a:r>
            <a:endParaRPr b="0" lang="en-US" sz="1400" spc="-1" strike="noStrike">
              <a:solidFill>
                <a:srgbClr val="000000"/>
              </a:solidFill>
              <a:latin typeface="Arial"/>
            </a:endParaRPr>
          </a:p>
          <a:p>
            <a:pPr marL="457200" indent="-317520">
              <a:lnSpc>
                <a:spcPct val="120000"/>
              </a:lnSpc>
              <a:spcBef>
                <a:spcPts val="799"/>
              </a:spcBef>
              <a:buClr>
                <a:srgbClr val="000000"/>
              </a:buClr>
              <a:buFont typeface="Calibri"/>
              <a:buChar char="●"/>
            </a:pPr>
            <a:r>
              <a:rPr b="0" lang="en-US" sz="1400" spc="-1" strike="noStrike">
                <a:solidFill>
                  <a:srgbClr val="000000"/>
                </a:solidFill>
                <a:latin typeface="Calibri"/>
                <a:ea typeface="Calibri"/>
              </a:rPr>
              <a:t>If you use the official 3DGS repo and your GPU has higher CUDA version, you can install corresponding Pytorch version</a:t>
            </a:r>
            <a:endParaRPr b="0" lang="en-US" sz="1400" spc="-1" strike="noStrike">
              <a:solidFill>
                <a:srgbClr val="000000"/>
              </a:solidFill>
              <a:latin typeface="Arial"/>
            </a:endParaRPr>
          </a:p>
          <a:p>
            <a:pPr>
              <a:lnSpc>
                <a:spcPct val="115000"/>
              </a:lnSpc>
              <a:spcAft>
                <a:spcPts val="1199"/>
              </a:spcAft>
              <a:buNone/>
              <a:tabLst>
                <a:tab algn="l" pos="0"/>
              </a:tabLst>
            </a:pPr>
            <a:endParaRPr b="0" lang="en-US" sz="1800" spc="-1" strike="noStrike">
              <a:solidFill>
                <a:srgbClr val="000000"/>
              </a:solidFill>
              <a:latin typeface="Arial"/>
            </a:endParaRPr>
          </a:p>
        </p:txBody>
      </p:sp>
      <p:sp>
        <p:nvSpPr>
          <p:cNvPr id="242" name="PlaceHolder 3"/>
          <p:cNvSpPr>
            <a:spLocks noGrp="1"/>
          </p:cNvSpPr>
          <p:nvPr>
            <p:ph type="sldNum" idx="34"/>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E05B5BC7-576F-44B0-97DC-E64229CB392F}" type="slidenum">
              <a:rPr b="0" lang="en-US" sz="1000" spc="-1" strike="noStrike">
                <a:solidFill>
                  <a:srgbClr val="695d46"/>
                </a:solidFill>
                <a:latin typeface="Open Sans"/>
                <a:ea typeface="Open Sans"/>
              </a:rPr>
              <a:t>&lt;number&gt;</a:t>
            </a:fld>
            <a:endParaRPr b="0" lang="en-US" sz="1000" spc="-1" strike="noStrike">
              <a:latin typeface="Times New Roman"/>
            </a:endParaRPr>
          </a:p>
        </p:txBody>
      </p:sp>
      <p:sp>
        <p:nvSpPr>
          <p:cNvPr id="243" name="Google Shape;306;p44"/>
          <p:cNvSpPr/>
          <p:nvPr/>
        </p:nvSpPr>
        <p:spPr>
          <a:xfrm>
            <a:off x="0" y="4656960"/>
            <a:ext cx="5577840" cy="620280"/>
          </a:xfrm>
          <a:prstGeom prst="rect">
            <a:avLst/>
          </a:prstGeom>
          <a:noFill/>
          <a:ln w="0">
            <a:noFill/>
          </a:ln>
        </p:spPr>
        <p:style>
          <a:lnRef idx="0"/>
          <a:fillRef idx="0"/>
          <a:effectRef idx="0"/>
          <a:fontRef idx="minor"/>
        </p:style>
        <p:txBody>
          <a:bodyPr tIns="91440" bIns="91440" anchor="t">
            <a:spAutoFit/>
          </a:bodyPr>
          <a:p>
            <a:pPr>
              <a:lnSpc>
                <a:spcPct val="90000"/>
              </a:lnSpc>
              <a:spcBef>
                <a:spcPts val="1001"/>
              </a:spcBef>
              <a:buNone/>
              <a:tabLst>
                <a:tab algn="l" pos="0"/>
              </a:tabLst>
            </a:pPr>
            <a:r>
              <a:rPr b="1" lang="en-US" sz="1600" spc="-1" strike="noStrike">
                <a:solidFill>
                  <a:srgbClr val="695d46"/>
                </a:solidFill>
                <a:latin typeface="Calibri"/>
                <a:ea typeface="Calibri"/>
              </a:rPr>
              <a:t>* E-mail or ask TAs first if you want to import other packages. </a:t>
            </a:r>
            <a:endParaRPr b="0" lang="en-US" sz="1600" spc="-1" strike="noStrike">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81000"/>
          </a:bodyPr>
          <a:p>
            <a:pPr>
              <a:lnSpc>
                <a:spcPct val="100000"/>
              </a:lnSpc>
              <a:buNone/>
              <a:tabLst>
                <a:tab algn="l" pos="0"/>
              </a:tabLst>
            </a:pPr>
            <a:r>
              <a:rPr b="1" lang="en-US" sz="3600" spc="-1" strike="noStrike">
                <a:solidFill>
                  <a:srgbClr val="ef6c00"/>
                </a:solidFill>
                <a:latin typeface="PT Sans Narrow"/>
                <a:ea typeface="PT Sans Narrow"/>
              </a:rPr>
              <a:t>Ohter Reminders &amp; Common Problems</a:t>
            </a:r>
            <a:endParaRPr b="0" lang="en-US" sz="3600" spc="-1" strike="noStrike">
              <a:solidFill>
                <a:srgbClr val="000000"/>
              </a:solidFill>
              <a:latin typeface="Arial"/>
            </a:endParaRPr>
          </a:p>
        </p:txBody>
      </p:sp>
      <p:sp>
        <p:nvSpPr>
          <p:cNvPr id="245"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When using </a:t>
            </a:r>
            <a:r>
              <a:rPr b="1" lang="en-US" sz="1800" spc="-1" strike="noStrike">
                <a:solidFill>
                  <a:srgbClr val="695d46"/>
                </a:solidFill>
                <a:latin typeface="Open Sans"/>
                <a:ea typeface="Open Sans"/>
              </a:rPr>
              <a:t>wget</a:t>
            </a:r>
            <a:r>
              <a:rPr b="0" lang="en-US" sz="1800" spc="-1" strike="noStrike">
                <a:solidFill>
                  <a:srgbClr val="695d46"/>
                </a:solidFill>
                <a:latin typeface="Open Sans"/>
                <a:ea typeface="Open Sans"/>
              </a:rPr>
              <a:t>, surround the url with quotation marks (“) to prevent running in background.</a:t>
            </a:r>
            <a:endParaRPr b="0" lang="en-US" sz="18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Use </a:t>
            </a:r>
            <a:r>
              <a:rPr b="1" lang="en-US" sz="1800" spc="-1" strike="noStrike">
                <a:solidFill>
                  <a:srgbClr val="695d46"/>
                </a:solidFill>
                <a:latin typeface="Open Sans"/>
                <a:ea typeface="Open Sans"/>
              </a:rPr>
              <a:t>os.path.join</a:t>
            </a:r>
            <a:r>
              <a:rPr b="0" lang="en-US" sz="1800" spc="-1" strike="noStrike">
                <a:solidFill>
                  <a:srgbClr val="695d46"/>
                </a:solidFill>
                <a:latin typeface="Open Sans"/>
                <a:ea typeface="Open Sans"/>
              </a:rPr>
              <a:t> to deal with path as often as possible.</a:t>
            </a:r>
            <a:endParaRPr b="0" lang="en-US" sz="18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Avoid making assumptions about the arguments (such as paths or filenames).</a:t>
            </a:r>
            <a:endParaRPr b="0" lang="en-US" sz="1800" spc="-1" strike="noStrike">
              <a:solidFill>
                <a:srgbClr val="000000"/>
              </a:solidFill>
              <a:latin typeface="Arial"/>
            </a:endParaRPr>
          </a:p>
          <a:p>
            <a:pPr marL="457200" indent="-343080">
              <a:lnSpc>
                <a:spcPct val="115000"/>
              </a:lnSpc>
              <a:spcBef>
                <a:spcPts val="1001"/>
              </a:spcBef>
              <a:spcAft>
                <a:spcPts val="1001"/>
              </a:spcAft>
              <a:buClr>
                <a:srgbClr val="695d46"/>
              </a:buClr>
              <a:buFont typeface="Open Sans"/>
              <a:buChar char="●"/>
            </a:pPr>
            <a:r>
              <a:rPr b="0" lang="en-US" sz="1800" spc="-1" strike="noStrike">
                <a:solidFill>
                  <a:srgbClr val="695d46"/>
                </a:solidFill>
                <a:latin typeface="Open Sans"/>
                <a:ea typeface="Open Sans"/>
              </a:rPr>
              <a:t>If you train on GPU ids other than 0, remember to deal with the “map location” issue when you load model.</a:t>
            </a:r>
            <a:endParaRPr b="0" lang="en-US" sz="1800" spc="-1" strike="noStrike">
              <a:solidFill>
                <a:srgbClr val="000000"/>
              </a:solidFill>
              <a:latin typeface="Arial"/>
            </a:endParaRPr>
          </a:p>
        </p:txBody>
      </p:sp>
      <p:sp>
        <p:nvSpPr>
          <p:cNvPr id="246" name="PlaceHolder 3"/>
          <p:cNvSpPr>
            <a:spLocks noGrp="1"/>
          </p:cNvSpPr>
          <p:nvPr>
            <p:ph type="sldNum" idx="35"/>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3738D168-D843-4F48-9912-28AB56F20BB3}" type="slidenum">
              <a:rPr b="0" lang="en-US" sz="1000" spc="-1" strike="noStrike">
                <a:solidFill>
                  <a:srgbClr val="695d46"/>
                </a:solidFill>
                <a:latin typeface="Open Sans"/>
                <a:ea typeface="Open Sans"/>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Deadline and Academic Honesty</a:t>
            </a:r>
            <a:endParaRPr b="0" lang="en-US" sz="3600" spc="-1" strike="noStrike">
              <a:solidFill>
                <a:srgbClr val="000000"/>
              </a:solidFill>
              <a:latin typeface="Arial"/>
            </a:endParaRPr>
          </a:p>
        </p:txBody>
      </p:sp>
      <p:sp>
        <p:nvSpPr>
          <p:cNvPr id="248" name="PlaceHolder 2"/>
          <p:cNvSpPr>
            <a:spLocks noGrp="1"/>
          </p:cNvSpPr>
          <p:nvPr>
            <p:ph/>
          </p:nvPr>
        </p:nvSpPr>
        <p:spPr>
          <a:xfrm>
            <a:off x="311760" y="1266480"/>
            <a:ext cx="8520120" cy="3790080"/>
          </a:xfrm>
          <a:prstGeom prst="rect">
            <a:avLst/>
          </a:prstGeom>
          <a:noFill/>
          <a:ln w="0">
            <a:noFill/>
          </a:ln>
        </p:spPr>
        <p:txBody>
          <a:bodyPr tIns="91440" bIns="91440" anchor="t">
            <a:normAutofit fontScale="94000"/>
          </a:bodyPr>
          <a:p>
            <a:pPr marL="457200" indent="-343080">
              <a:lnSpc>
                <a:spcPct val="115000"/>
              </a:lnSpc>
              <a:buClr>
                <a:srgbClr val="ff0000"/>
              </a:buClr>
              <a:buFont typeface="Open Sans"/>
              <a:buChar char="●"/>
            </a:pPr>
            <a:r>
              <a:rPr b="1" lang="en-US" sz="1800" spc="-1" strike="noStrike">
                <a:solidFill>
                  <a:srgbClr val="ff0000"/>
                </a:solidFill>
                <a:latin typeface="Open Sans"/>
                <a:ea typeface="Open Sans"/>
              </a:rPr>
              <a:t>Deadline: 2025/12/2 (Tue.) 11:59 PM (GMT+8)</a:t>
            </a:r>
            <a:endParaRPr b="0" lang="en-US" sz="18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Late policy : Up to 3 free late days in a semester. After that, late homework will be deducted 30% each day.</a:t>
            </a:r>
            <a:endParaRPr b="0" lang="en-US" sz="1800" spc="-1" strike="noStrike">
              <a:solidFill>
                <a:srgbClr val="000000"/>
              </a:solidFill>
              <a:latin typeface="Arial"/>
            </a:endParaRPr>
          </a:p>
          <a:p>
            <a:pPr marL="457200" indent="-343080">
              <a:lnSpc>
                <a:spcPct val="115000"/>
              </a:lnSpc>
              <a:spcBef>
                <a:spcPts val="1001"/>
              </a:spcBef>
              <a:buClr>
                <a:srgbClr val="ff0000"/>
              </a:buClr>
              <a:buFont typeface="Open Sans"/>
              <a:buChar char="●"/>
            </a:pPr>
            <a:r>
              <a:rPr b="1" lang="en-US" sz="1800" spc="-1" strike="noStrike">
                <a:solidFill>
                  <a:srgbClr val="ff0000"/>
                </a:solidFill>
                <a:latin typeface="Open Sans"/>
                <a:ea typeface="Open Sans"/>
              </a:rPr>
              <a:t>Taking any unfair advantages over other class members (or letting anyone do so) is strictly prohibited. Violating university policy would result in F for this course.</a:t>
            </a:r>
            <a:endParaRPr b="0" lang="en-US" sz="1800" spc="-1" strike="noStrike">
              <a:solidFill>
                <a:srgbClr val="000000"/>
              </a:solidFill>
              <a:latin typeface="Arial"/>
            </a:endParaRPr>
          </a:p>
          <a:p>
            <a:pPr marL="457200" indent="-343080">
              <a:lnSpc>
                <a:spcPct val="115000"/>
              </a:lnSpc>
              <a:spcBef>
                <a:spcPts val="1001"/>
              </a:spcBef>
              <a:spcAft>
                <a:spcPts val="1001"/>
              </a:spcAft>
              <a:buClr>
                <a:srgbClr val="695d46"/>
              </a:buClr>
              <a:buFont typeface="Open Sans"/>
              <a:buChar char="●"/>
            </a:pPr>
            <a:r>
              <a:rPr b="0" lang="en-US" sz="1800" spc="-1" strike="noStrike">
                <a:solidFill>
                  <a:srgbClr val="695d46"/>
                </a:solidFill>
                <a:latin typeface="Open Sans"/>
                <a:ea typeface="Open Sans"/>
              </a:rPr>
              <a:t>Students are encouraged to discuss the homework assignments, but you must complete the assignment by yourself. TA will compare the similarity of everyone’s homework. Any form of cheating or plagiarism will not be tolerated, which will also result in F for students with such misconduct.</a:t>
            </a:r>
            <a:endParaRPr b="0" lang="en-US" sz="1800" spc="-1" strike="noStrike">
              <a:solidFill>
                <a:srgbClr val="000000"/>
              </a:solidFill>
              <a:latin typeface="Arial"/>
            </a:endParaRPr>
          </a:p>
        </p:txBody>
      </p:sp>
      <p:sp>
        <p:nvSpPr>
          <p:cNvPr id="249" name="PlaceHolder 3"/>
          <p:cNvSpPr>
            <a:spLocks noGrp="1"/>
          </p:cNvSpPr>
          <p:nvPr>
            <p:ph type="sldNum" idx="36"/>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FB4C5B53-1F7E-4D9D-A58E-B6CA1422FEB1}" type="slidenum">
              <a:rPr b="0" lang="en-US" sz="1000" spc="-1" strike="noStrike">
                <a:solidFill>
                  <a:srgbClr val="695d46"/>
                </a:solidFill>
                <a:latin typeface="Open Sans"/>
                <a:ea typeface="Open Sans"/>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Reproducibility</a:t>
            </a:r>
            <a:endParaRPr b="0" lang="en-US" sz="3600" spc="-1" strike="noStrike">
              <a:solidFill>
                <a:srgbClr val="000000"/>
              </a:solidFill>
              <a:latin typeface="Arial"/>
            </a:endParaRPr>
          </a:p>
        </p:txBody>
      </p:sp>
      <p:sp>
        <p:nvSpPr>
          <p:cNvPr id="251"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If we cannot execute your code, TAs will give you a chance to make minor modifications to your code. After you modify your code,</a:t>
            </a:r>
            <a:endParaRPr b="0" lang="en-US" sz="1800" spc="-1" strike="noStrike">
              <a:solidFill>
                <a:srgbClr val="000000"/>
              </a:solidFill>
              <a:latin typeface="Arial"/>
            </a:endParaRPr>
          </a:p>
          <a:p>
            <a:pPr lvl="1" marL="914400" indent="-317520">
              <a:lnSpc>
                <a:spcPct val="115000"/>
              </a:lnSpc>
              <a:spcBef>
                <a:spcPts val="1001"/>
              </a:spcBef>
              <a:buClr>
                <a:srgbClr val="695d46"/>
              </a:buClr>
              <a:buFont typeface="Open Sans"/>
              <a:buChar char="○"/>
            </a:pPr>
            <a:r>
              <a:rPr b="0" lang="en-US" sz="1400" spc="-1" strike="noStrike">
                <a:solidFill>
                  <a:srgbClr val="695d46"/>
                </a:solidFill>
                <a:latin typeface="Open Sans"/>
                <a:ea typeface="Open Sans"/>
              </a:rPr>
              <a:t>You can not train a new model as a modification.</a:t>
            </a:r>
            <a:endParaRPr b="0" lang="en-US" sz="1400" spc="-1" strike="noStrike">
              <a:solidFill>
                <a:srgbClr val="000000"/>
              </a:solidFill>
              <a:latin typeface="Arial"/>
            </a:endParaRPr>
          </a:p>
          <a:p>
            <a:pPr lvl="1" marL="914400" indent="-317520">
              <a:lnSpc>
                <a:spcPct val="115000"/>
              </a:lnSpc>
              <a:spcBef>
                <a:spcPts val="1001"/>
              </a:spcBef>
              <a:buClr>
                <a:srgbClr val="695d46"/>
              </a:buClr>
              <a:buFont typeface="Open Sans"/>
              <a:buChar char="○"/>
            </a:pPr>
            <a:r>
              <a:rPr b="0" lang="en-US" sz="1400" spc="-1" strike="noStrike">
                <a:solidFill>
                  <a:srgbClr val="695d46"/>
                </a:solidFill>
                <a:latin typeface="Open Sans"/>
                <a:ea typeface="Open Sans"/>
              </a:rPr>
              <a:t>If we can execute your code, you will still receive a 30% penalty in the score corresponding to the modified code.</a:t>
            </a:r>
            <a:endParaRPr b="0" lang="en-US" sz="1400" spc="-1" strike="noStrike">
              <a:solidFill>
                <a:srgbClr val="000000"/>
              </a:solidFill>
              <a:latin typeface="Arial"/>
            </a:endParaRPr>
          </a:p>
          <a:p>
            <a:pPr lvl="1" marL="914400" indent="-317520">
              <a:lnSpc>
                <a:spcPct val="115000"/>
              </a:lnSpc>
              <a:spcBef>
                <a:spcPts val="1001"/>
              </a:spcBef>
              <a:spcAft>
                <a:spcPts val="1001"/>
              </a:spcAft>
              <a:buClr>
                <a:srgbClr val="695d46"/>
              </a:buClr>
              <a:buFont typeface="Open Sans"/>
              <a:buChar char="○"/>
            </a:pPr>
            <a:r>
              <a:rPr b="0" lang="en-US" sz="1400" spc="-1" strike="noStrike">
                <a:solidFill>
                  <a:srgbClr val="695d46"/>
                </a:solidFill>
                <a:latin typeface="Open Sans"/>
                <a:ea typeface="Open Sans"/>
              </a:rPr>
              <a:t>If we still cannot execute your code, no point will be given.</a:t>
            </a:r>
            <a:endParaRPr b="0" lang="en-US" sz="1400" spc="-1" strike="noStrike">
              <a:solidFill>
                <a:srgbClr val="000000"/>
              </a:solidFill>
              <a:latin typeface="Arial"/>
            </a:endParaRPr>
          </a:p>
        </p:txBody>
      </p:sp>
      <p:sp>
        <p:nvSpPr>
          <p:cNvPr id="252" name="PlaceHolder 3"/>
          <p:cNvSpPr>
            <a:spLocks noGrp="1"/>
          </p:cNvSpPr>
          <p:nvPr>
            <p:ph type="sldNum" idx="37"/>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F32DC7A0-BBDF-486A-81D4-DEABBE10B6C8}" type="slidenum">
              <a:rPr b="0" lang="en-US" sz="1000" spc="-1" strike="noStrike">
                <a:solidFill>
                  <a:srgbClr val="695d46"/>
                </a:solidFill>
                <a:latin typeface="Open Sans"/>
                <a:ea typeface="Open Sans"/>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81000"/>
          </a:bodyPr>
          <a:p>
            <a:pPr>
              <a:lnSpc>
                <a:spcPct val="100000"/>
              </a:lnSpc>
              <a:buNone/>
              <a:tabLst>
                <a:tab algn="l" pos="0"/>
              </a:tabLst>
            </a:pPr>
            <a:r>
              <a:rPr b="1" lang="en-US" sz="3600" spc="-1" strike="noStrike">
                <a:solidFill>
                  <a:srgbClr val="ef6c00"/>
                </a:solidFill>
                <a:latin typeface="PT Sans Narrow"/>
                <a:ea typeface="PT Sans Narrow"/>
              </a:rPr>
              <a:t>DOs and DONTs for the TAs &amp; Instructor</a:t>
            </a:r>
            <a:endParaRPr b="0" lang="en-US" sz="3600" spc="-1" strike="noStrike">
              <a:solidFill>
                <a:srgbClr val="000000"/>
              </a:solidFill>
              <a:latin typeface="Arial"/>
            </a:endParaRPr>
          </a:p>
        </p:txBody>
      </p:sp>
      <p:sp>
        <p:nvSpPr>
          <p:cNvPr id="254"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Do NOT send messages to TAs via their individual emails / social media.</a:t>
            </a:r>
            <a:endParaRPr b="0" lang="en-US" sz="18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TAs are happy to help, but they are not your tutors 24/7.</a:t>
            </a:r>
            <a:endParaRPr b="0" lang="en-US" sz="18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TAs will NOT debug for you, including addressing coding, environmental, library dependency problems.</a:t>
            </a:r>
            <a:endParaRPr b="0" lang="en-US" sz="18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TAs do NOT answer questions not related to the course.</a:t>
            </a:r>
            <a:endParaRPr b="0" lang="en-US" sz="1800" spc="-1" strike="noStrike">
              <a:solidFill>
                <a:srgbClr val="000000"/>
              </a:solidFill>
              <a:latin typeface="Arial"/>
            </a:endParaRPr>
          </a:p>
          <a:p>
            <a:pPr marL="457200" indent="-343080">
              <a:lnSpc>
                <a:spcPct val="115000"/>
              </a:lnSpc>
              <a:spcBef>
                <a:spcPts val="1001"/>
              </a:spcBef>
              <a:spcAft>
                <a:spcPts val="1001"/>
              </a:spcAft>
              <a:buClr>
                <a:srgbClr val="695d46"/>
              </a:buClr>
              <a:buFont typeface="Open Sans"/>
              <a:buChar char="●"/>
            </a:pPr>
            <a:r>
              <a:rPr b="0" lang="en-US" sz="1800" spc="-1" strike="noStrike">
                <a:solidFill>
                  <a:srgbClr val="695d46"/>
                </a:solidFill>
                <a:latin typeface="Open Sans"/>
                <a:ea typeface="Open Sans"/>
              </a:rPr>
              <a:t>If you cannot make the TA hours, please email the TAs to schedule an appointment instead of stopping by the lab directly.</a:t>
            </a:r>
            <a:endParaRPr b="0" lang="en-US" sz="1800" spc="-1" strike="noStrike">
              <a:solidFill>
                <a:srgbClr val="000000"/>
              </a:solidFill>
              <a:latin typeface="Arial"/>
            </a:endParaRPr>
          </a:p>
        </p:txBody>
      </p:sp>
      <p:sp>
        <p:nvSpPr>
          <p:cNvPr id="255" name="PlaceHolder 3"/>
          <p:cNvSpPr>
            <a:spLocks noGrp="1"/>
          </p:cNvSpPr>
          <p:nvPr>
            <p:ph type="sldNum" idx="38"/>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5245B8D1-B30F-4B3F-AA4D-4FAAFA3B0BD4}" type="slidenum">
              <a:rPr b="0" lang="en-US" sz="1000" spc="-1" strike="noStrike">
                <a:solidFill>
                  <a:srgbClr val="695d46"/>
                </a:solidFill>
                <a:latin typeface="Open Sans"/>
                <a:ea typeface="Open Sans"/>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311760" y="444960"/>
            <a:ext cx="8520120" cy="707040"/>
          </a:xfrm>
          <a:prstGeom prst="rect">
            <a:avLst/>
          </a:prstGeom>
          <a:noFill/>
          <a:ln w="0">
            <a:noFill/>
          </a:ln>
        </p:spPr>
        <p:txBody>
          <a:bodyPr tIns="91440" bIns="91440" anchor="t">
            <a:normAutofit fontScale="95000"/>
          </a:bodyPr>
          <a:p>
            <a:pPr>
              <a:lnSpc>
                <a:spcPct val="100000"/>
              </a:lnSpc>
              <a:buNone/>
              <a:tabLst>
                <a:tab algn="l" pos="0"/>
              </a:tabLst>
            </a:pPr>
            <a:r>
              <a:rPr b="1" lang="en-US" sz="3600" spc="-1" strike="noStrike">
                <a:solidFill>
                  <a:srgbClr val="ef6c00"/>
                </a:solidFill>
                <a:latin typeface="PT Sans Narrow"/>
                <a:ea typeface="PT Sans Narrow"/>
              </a:rPr>
              <a:t>How to Find Help</a:t>
            </a:r>
            <a:endParaRPr b="0" lang="en-US" sz="3600" spc="-1" strike="noStrike">
              <a:solidFill>
                <a:srgbClr val="000000"/>
              </a:solidFill>
              <a:latin typeface="Arial"/>
            </a:endParaRPr>
          </a:p>
        </p:txBody>
      </p:sp>
      <p:sp>
        <p:nvSpPr>
          <p:cNvPr id="257" name="PlaceHolder 2"/>
          <p:cNvSpPr>
            <a:spLocks noGrp="1"/>
          </p:cNvSpPr>
          <p:nvPr>
            <p:ph/>
          </p:nvPr>
        </p:nvSpPr>
        <p:spPr>
          <a:xfrm>
            <a:off x="311760" y="1266480"/>
            <a:ext cx="8520120" cy="3302280"/>
          </a:xfrm>
          <a:prstGeom prst="rect">
            <a:avLst/>
          </a:prstGeom>
          <a:noFill/>
          <a:ln w="0">
            <a:noFill/>
          </a:ln>
        </p:spPr>
        <p:txBody>
          <a:bodyPr tIns="91440" bIns="91440" anchor="t">
            <a:normAutofit/>
          </a:bodyPr>
          <a:p>
            <a:pPr marL="457200" indent="-343080">
              <a:lnSpc>
                <a:spcPct val="115000"/>
              </a:lnSpc>
              <a:buClr>
                <a:srgbClr val="695d46"/>
              </a:buClr>
              <a:buFont typeface="Open Sans"/>
              <a:buChar char="●"/>
            </a:pPr>
            <a:r>
              <a:rPr b="0" lang="en-US" sz="1800" spc="-1" strike="noStrike">
                <a:solidFill>
                  <a:srgbClr val="695d46"/>
                </a:solidFill>
                <a:latin typeface="Open Sans"/>
                <a:ea typeface="Open Sans"/>
              </a:rPr>
              <a:t>Google or ChatGPT!</a:t>
            </a:r>
            <a:endParaRPr b="0" lang="en-US" sz="18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Use TA hours (please check </a:t>
            </a:r>
            <a:r>
              <a:rPr b="0" lang="en-US" sz="1800" spc="-1" strike="noStrike" u="sng">
                <a:solidFill>
                  <a:srgbClr val="009668"/>
                </a:solidFill>
                <a:uFillTx/>
                <a:latin typeface="Open Sans"/>
                <a:ea typeface="Open Sans"/>
                <a:hlinkClick r:id="rId1"/>
              </a:rPr>
              <a:t>course website</a:t>
            </a:r>
            <a:r>
              <a:rPr b="0" lang="en-US" sz="1800" spc="-1" strike="noStrike">
                <a:solidFill>
                  <a:srgbClr val="695d46"/>
                </a:solidFill>
                <a:latin typeface="Open Sans"/>
                <a:ea typeface="Open Sans"/>
              </a:rPr>
              <a:t> for time / location).</a:t>
            </a:r>
            <a:endParaRPr b="0" lang="en-US" sz="1800" spc="-1" strike="noStrike">
              <a:solidFill>
                <a:srgbClr val="000000"/>
              </a:solidFill>
              <a:latin typeface="Arial"/>
            </a:endParaRPr>
          </a:p>
          <a:p>
            <a:pPr lvl="1" marL="914400" indent="-317520">
              <a:lnSpc>
                <a:spcPct val="115000"/>
              </a:lnSpc>
              <a:spcBef>
                <a:spcPts val="1001"/>
              </a:spcBef>
              <a:buClr>
                <a:srgbClr val="695d46"/>
              </a:buClr>
              <a:buFont typeface="Open Sans"/>
              <a:buChar char="○"/>
            </a:pPr>
            <a:r>
              <a:rPr b="0" lang="en-US" sz="1400" spc="-1" strike="noStrike">
                <a:solidFill>
                  <a:srgbClr val="695d46"/>
                </a:solidFill>
                <a:latin typeface="Open Sans"/>
                <a:ea typeface="Open Sans"/>
              </a:rPr>
              <a:t>Please seek help from the </a:t>
            </a:r>
            <a:r>
              <a:rPr b="1" lang="en-US" sz="1400" spc="-1" strike="noStrike">
                <a:solidFill>
                  <a:srgbClr val="ff0000"/>
                </a:solidFill>
                <a:latin typeface="Open Sans"/>
                <a:ea typeface="Open Sans"/>
              </a:rPr>
              <a:t>TAs in charge of this assignment</a:t>
            </a:r>
            <a:r>
              <a:rPr b="0" lang="en-US" sz="1400" spc="-1" strike="noStrike">
                <a:solidFill>
                  <a:srgbClr val="695d46"/>
                </a:solidFill>
                <a:latin typeface="Open Sans"/>
                <a:ea typeface="Open Sans"/>
              </a:rPr>
              <a:t> as possible as you can.</a:t>
            </a:r>
            <a:endParaRPr b="0" lang="en-US" sz="14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Post your question under </a:t>
            </a:r>
            <a:r>
              <a:rPr b="0" lang="en-US" sz="1800" spc="-1" strike="noStrike">
                <a:solidFill>
                  <a:srgbClr val="666666"/>
                </a:solidFill>
                <a:latin typeface="Open Sans"/>
                <a:ea typeface="Open Sans"/>
              </a:rPr>
              <a:t>HW4</a:t>
            </a:r>
            <a:r>
              <a:rPr b="0" lang="en-US" sz="1800" spc="-1" strike="noStrike">
                <a:solidFill>
                  <a:srgbClr val="695d46"/>
                </a:solidFill>
                <a:latin typeface="Open Sans"/>
                <a:ea typeface="Open Sans"/>
              </a:rPr>
              <a:t> discussion section on NTU COOL.</a:t>
            </a:r>
            <a:endParaRPr b="0" lang="en-US" sz="1800" spc="-1" strike="noStrike">
              <a:solidFill>
                <a:srgbClr val="000000"/>
              </a:solidFill>
              <a:latin typeface="Arial"/>
            </a:endParaRPr>
          </a:p>
          <a:p>
            <a:pPr marL="457200" indent="-343080">
              <a:lnSpc>
                <a:spcPct val="115000"/>
              </a:lnSpc>
              <a:spcBef>
                <a:spcPts val="1001"/>
              </a:spcBef>
              <a:buClr>
                <a:srgbClr val="695d46"/>
              </a:buClr>
              <a:buFont typeface="Open Sans"/>
              <a:buChar char="●"/>
            </a:pPr>
            <a:r>
              <a:rPr b="0" lang="en-US" sz="1800" spc="-1" strike="noStrike">
                <a:solidFill>
                  <a:srgbClr val="695d46"/>
                </a:solidFill>
                <a:latin typeface="Open Sans"/>
                <a:ea typeface="Open Sans"/>
              </a:rPr>
              <a:t>Contact TAs by e-mail: </a:t>
            </a:r>
            <a:r>
              <a:rPr b="0" lang="en-US" sz="1800" spc="-1" strike="noStrike" u="sng">
                <a:solidFill>
                  <a:srgbClr val="009668"/>
                </a:solidFill>
                <a:uFillTx/>
                <a:latin typeface="Open Sans"/>
                <a:ea typeface="Open Sans"/>
                <a:hlinkClick r:id="rId2"/>
              </a:rPr>
              <a:t>ntu-dlcv-2025-fall-ta@googlegroups.com</a:t>
            </a:r>
            <a:endParaRPr b="0" lang="en-US" sz="1800" spc="-1" strike="noStrike">
              <a:solidFill>
                <a:srgbClr val="000000"/>
              </a:solidFill>
              <a:latin typeface="Arial"/>
            </a:endParaRPr>
          </a:p>
          <a:p>
            <a:pPr lvl="1" marL="914400" indent="-317520">
              <a:lnSpc>
                <a:spcPct val="115000"/>
              </a:lnSpc>
              <a:spcBef>
                <a:spcPts val="1001"/>
              </a:spcBef>
              <a:buClr>
                <a:srgbClr val="ff0000"/>
              </a:buClr>
              <a:buFont typeface="Open Sans"/>
              <a:buChar char="○"/>
            </a:pPr>
            <a:r>
              <a:rPr b="1" lang="en-US" sz="1400" spc="-1" strike="noStrike">
                <a:solidFill>
                  <a:srgbClr val="ff0000"/>
                </a:solidFill>
                <a:latin typeface="Open Sans"/>
                <a:ea typeface="Open Sans"/>
              </a:rPr>
              <a:t>Title should start with [DLCV 2025 Fall HW4]</a:t>
            </a:r>
            <a:endParaRPr b="0" lang="en-US" sz="1400" spc="-1" strike="noStrike">
              <a:solidFill>
                <a:srgbClr val="000000"/>
              </a:solidFill>
              <a:latin typeface="Arial"/>
            </a:endParaRPr>
          </a:p>
          <a:p>
            <a:pPr lvl="1" marL="914400" indent="-317520">
              <a:lnSpc>
                <a:spcPct val="115000"/>
              </a:lnSpc>
              <a:spcBef>
                <a:spcPts val="1001"/>
              </a:spcBef>
              <a:spcAft>
                <a:spcPts val="1001"/>
              </a:spcAft>
              <a:buClr>
                <a:srgbClr val="ff0000"/>
              </a:buClr>
              <a:buFont typeface="Open Sans"/>
              <a:buChar char="○"/>
            </a:pPr>
            <a:r>
              <a:rPr b="1" lang="en-US" sz="1400" spc="-1" strike="noStrike">
                <a:solidFill>
                  <a:srgbClr val="ff0000"/>
                </a:solidFill>
                <a:latin typeface="Open Sans"/>
                <a:ea typeface="Open Sans"/>
              </a:rPr>
              <a:t>Email with the wrong title may be filtered and not be replied.</a:t>
            </a:r>
            <a:endParaRPr b="0" lang="en-US" sz="1400" spc="-1" strike="noStrike">
              <a:solidFill>
                <a:srgbClr val="000000"/>
              </a:solidFill>
              <a:latin typeface="Arial"/>
            </a:endParaRPr>
          </a:p>
        </p:txBody>
      </p:sp>
      <p:sp>
        <p:nvSpPr>
          <p:cNvPr id="258" name="PlaceHolder 3"/>
          <p:cNvSpPr>
            <a:spLocks noGrp="1"/>
          </p:cNvSpPr>
          <p:nvPr>
            <p:ph type="sldNum" idx="39"/>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US" sz="1000" spc="-1" strike="noStrike">
                <a:solidFill>
                  <a:srgbClr val="695d46"/>
                </a:solidFill>
                <a:latin typeface="Open Sans"/>
                <a:ea typeface="Open Sans"/>
              </a:defRPr>
            </a:lvl1pPr>
          </a:lstStyle>
          <a:p>
            <a:pPr algn="r">
              <a:lnSpc>
                <a:spcPct val="100000"/>
              </a:lnSpc>
              <a:buNone/>
              <a:tabLst>
                <a:tab algn="l" pos="0"/>
              </a:tabLst>
            </a:pPr>
            <a:fld id="{42C46DFD-200D-4BF4-9DD7-8270E52AD38B}" type="slidenum">
              <a:rPr b="0" lang="en-US" sz="1000" spc="-1" strike="noStrike">
                <a:solidFill>
                  <a:srgbClr val="695d46"/>
                </a:solidFill>
                <a:latin typeface="Open Sans"/>
                <a:ea typeface="Open Sans"/>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